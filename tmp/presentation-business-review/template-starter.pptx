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50f99e1dcc4db4" /><Relationship Type="http://schemas.openxmlformats.org/officeDocument/2006/relationships/extended-properties" Target="/docProps/app.xml" Id="Rf14e3040bff9471a" /><Relationship Type="http://schemas.openxmlformats.org/officeDocument/2006/relationships/officeDocument" Target="/ppt/presentation.xml" Id="R9fadb7f733ea41b2"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b58ae6db4374417e"/>
  </p:sldMasterIdLst>
  <p:notesMasterIdLst>
    <p:notesMasterId xmlns:r="http://schemas.openxmlformats.org/officeDocument/2006/relationships" r:id="R754bf106b71b4956"/>
  </p:notesMasterIdLst>
  <p:sldIdLst>
    <p:sldId xmlns:r="http://schemas.openxmlformats.org/officeDocument/2006/relationships" id="256" r:id="R13e865b4d0604182"/>
    <p:sldId xmlns:r="http://schemas.openxmlformats.org/officeDocument/2006/relationships" id="257" r:id="Ra91e773c235b4102"/>
    <p:sldId xmlns:r="http://schemas.openxmlformats.org/officeDocument/2006/relationships" id="258" r:id="Rf15053ec47514b33"/>
    <p:sldId xmlns:r="http://schemas.openxmlformats.org/officeDocument/2006/relationships" id="259" r:id="R3fb66f268d1b4f92"/>
    <p:sldId xmlns:r="http://schemas.openxmlformats.org/officeDocument/2006/relationships" id="260" r:id="R7f7adc68ba8e4669"/>
    <p:sldId xmlns:r="http://schemas.openxmlformats.org/officeDocument/2006/relationships" id="261" r:id="R8e17abd33918430d"/>
    <p:sldId xmlns:r="http://schemas.openxmlformats.org/officeDocument/2006/relationships" id="262" r:id="Rbecf0008ec004f6a"/>
    <p:sldId xmlns:r="http://schemas.openxmlformats.org/officeDocument/2006/relationships" id="263" r:id="R98d3e2df896e40fc"/>
    <p:sldId xmlns:r="http://schemas.openxmlformats.org/officeDocument/2006/relationships" id="264" r:id="R2e69ca985bba4459"/>
    <p:sldId xmlns:r="http://schemas.openxmlformats.org/officeDocument/2006/relationships" id="265" r:id="Rdf27cacd2a4a4d52"/>
    <p:sldId xmlns:r="http://schemas.openxmlformats.org/officeDocument/2006/relationships" id="266" r:id="R88695cb8706a41ba"/>
    <p:sldId xmlns:r="http://schemas.openxmlformats.org/officeDocument/2006/relationships" id="267" r:id="R9b2813658b7b4a99"/>
    <p:sldId xmlns:r="http://schemas.openxmlformats.org/officeDocument/2006/relationships" id="268" r:id="R4a9788c8f2f84d5f"/>
    <p:sldId xmlns:r="http://schemas.openxmlformats.org/officeDocument/2006/relationships" id="269" r:id="Rbe9e3da1046143ca"/>
  </p:sldIdLst>
  <p:sldSz cx="12192000" cy="6858000"/>
  <p:notesSz cx="6858000" cy="9144000"/>
  <p:embeddedFontLst>
    <p:embeddedFont>
      <p:font typeface="Lora Medium"/>
      <p:regular xmlns:r="http://schemas.openxmlformats.org/officeDocument/2006/relationships" r:id="R17e97e1ec9fd468e"/>
      <p:italic xmlns:r="http://schemas.openxmlformats.org/officeDocument/2006/relationships" r:id="Rf4397b063bd64058"/>
    </p:embeddedFont>
    <p:embeddedFont>
      <p:font typeface="Lora SemiBold"/>
      <p:regular xmlns:r="http://schemas.openxmlformats.org/officeDocument/2006/relationships" r:id="R8f237130a9c442ce"/>
      <p:bold xmlns:r="http://schemas.openxmlformats.org/officeDocument/2006/relationships" r:id="R17854965a9694151"/>
      <p:italic xmlns:r="http://schemas.openxmlformats.org/officeDocument/2006/relationships" r:id="Rf98b20dd2c934368"/>
      <p:boldItalic xmlns:r="http://schemas.openxmlformats.org/officeDocument/2006/relationships" r:id="R96e8ccf7d2574b2d"/>
    </p:embeddedFont>
    <p:embeddedFont>
      <p:font typeface="OpenAI Sans"/>
      <p:regular xmlns:r="http://schemas.openxmlformats.org/officeDocument/2006/relationships" r:id="R2d0b5fea815343f1"/>
      <p:bold xmlns:r="http://schemas.openxmlformats.org/officeDocument/2006/relationships" r:id="R7cdc20fd604144f8"/>
      <p:italic xmlns:r="http://schemas.openxmlformats.org/officeDocument/2006/relationships" r:id="R1942ff20950f4f93"/>
      <p:boldItalic xmlns:r="http://schemas.openxmlformats.org/officeDocument/2006/relationships" r:id="R6b5bf775b3e94b3a"/>
    </p:embeddedFont>
    <p:embeddedFont>
      <p:font typeface="Roboto"/>
      <p:regular xmlns:r="http://schemas.openxmlformats.org/officeDocument/2006/relationships" r:id="R5cd90a7b7b0b4702"/>
      <p:bold xmlns:r="http://schemas.openxmlformats.org/officeDocument/2006/relationships" r:id="R42008f7fcdc3417f"/>
      <p:italic xmlns:r="http://schemas.openxmlformats.org/officeDocument/2006/relationships" r:id="Rc063202c306542fd"/>
      <p:boldItalic xmlns:r="http://schemas.openxmlformats.org/officeDocument/2006/relationships" r:id="R971288c26ff94d43"/>
    </p:embeddedFont>
    <p:embeddedFont>
      <p:font typeface="Roboto Medium"/>
      <p:regular xmlns:r="http://schemas.openxmlformats.org/officeDocument/2006/relationships" r:id="R3455687985be4e8b"/>
      <p:italic xmlns:r="http://schemas.openxmlformats.org/officeDocument/2006/relationships" r:id="R2854b144ad99422a"/>
    </p:embeddedFont>
    <p:embeddedFont>
      <p:font typeface="Roboto SemiBold"/>
      <p:regular xmlns:r="http://schemas.openxmlformats.org/officeDocument/2006/relationships" r:id="Rd487e937506d40b0"/>
      <p:bold xmlns:r="http://schemas.openxmlformats.org/officeDocument/2006/relationships" r:id="Re2aba60be36c42e9"/>
      <p:italic xmlns:r="http://schemas.openxmlformats.org/officeDocument/2006/relationships" r:id="Re10b0564cd884d45"/>
      <p:boldItalic xmlns:r="http://schemas.openxmlformats.org/officeDocument/2006/relationships" r:id="R5d46f93831af41c6"/>
    </p:embeddedFont>
    <p:embeddedFont>
      <p:font typeface="Roboto Serif 14pt"/>
      <p:regular xmlns:r="http://schemas.openxmlformats.org/officeDocument/2006/relationships" r:id="R33dd35e6ad134dac"/>
      <p:bold xmlns:r="http://schemas.openxmlformats.org/officeDocument/2006/relationships" r:id="Rb2ff5238dac7468b"/>
      <p:italic xmlns:r="http://schemas.openxmlformats.org/officeDocument/2006/relationships" r:id="R0e7b878141ba4d68"/>
      <p:boldItalic xmlns:r="http://schemas.openxmlformats.org/officeDocument/2006/relationships" r:id="R6c9625162d17465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908079055a74fe1" /><Relationship Type="http://schemas.openxmlformats.org/officeDocument/2006/relationships/slideMaster" Target="/ppt/slideMasters/slideMaster1.xml" Id="Rb58ae6db4374417e" /><Relationship Type="http://schemas.openxmlformats.org/officeDocument/2006/relationships/notesMaster" Target="/ppt/notesMasters/notesMaster1.xml" Id="R754bf106b71b4956" /><Relationship Type="http://schemas.openxmlformats.org/officeDocument/2006/relationships/presProps" Target="/ppt/presProps.xml" Id="R630cba87dce14fb4" /><Relationship Type="http://schemas.openxmlformats.org/officeDocument/2006/relationships/viewProps" Target="/ppt/viewProps.xml" Id="Rb26c59418cc14fdb" /><Relationship Type="http://schemas.openxmlformats.org/officeDocument/2006/relationships/tableStyles" Target="/ppt/tableStyles.xml" Id="Rb5a7d7579e264917" /><Relationship Type="http://schemas.openxmlformats.org/officeDocument/2006/relationships/font" Target="/ppt/fonts/font.dat" Id="R17e97e1ec9fd468e" /><Relationship Type="http://schemas.openxmlformats.org/officeDocument/2006/relationships/font" Target="/ppt/fonts/font2.dat" Id="Rf4397b063bd64058" /><Relationship Type="http://schemas.openxmlformats.org/officeDocument/2006/relationships/font" Target="/ppt/fonts/font3.dat" Id="R8f237130a9c442ce" /><Relationship Type="http://schemas.openxmlformats.org/officeDocument/2006/relationships/font" Target="/ppt/fonts/font4.dat" Id="R17854965a9694151" /><Relationship Type="http://schemas.openxmlformats.org/officeDocument/2006/relationships/font" Target="/ppt/fonts/font5.dat" Id="Rf98b20dd2c934368" /><Relationship Type="http://schemas.openxmlformats.org/officeDocument/2006/relationships/font" Target="/ppt/fonts/font6.dat" Id="R96e8ccf7d2574b2d" /><Relationship Type="http://schemas.openxmlformats.org/officeDocument/2006/relationships/font" Target="/ppt/fonts/font7.dat" Id="R2d0b5fea815343f1" /><Relationship Type="http://schemas.openxmlformats.org/officeDocument/2006/relationships/font" Target="/ppt/fonts/font8.dat" Id="R7cdc20fd604144f8" /><Relationship Type="http://schemas.openxmlformats.org/officeDocument/2006/relationships/font" Target="/ppt/fonts/font9.dat" Id="R1942ff20950f4f93" /><Relationship Type="http://schemas.openxmlformats.org/officeDocument/2006/relationships/font" Target="/ppt/fonts/font10.dat" Id="R6b5bf775b3e94b3a" /><Relationship Type="http://schemas.openxmlformats.org/officeDocument/2006/relationships/font" Target="/ppt/fonts/font11.dat" Id="R5cd90a7b7b0b4702" /><Relationship Type="http://schemas.openxmlformats.org/officeDocument/2006/relationships/font" Target="/ppt/fonts/font12.dat" Id="R42008f7fcdc3417f" /><Relationship Type="http://schemas.openxmlformats.org/officeDocument/2006/relationships/font" Target="/ppt/fonts/font13.dat" Id="Rc063202c306542fd" /><Relationship Type="http://schemas.openxmlformats.org/officeDocument/2006/relationships/font" Target="/ppt/fonts/font14.dat" Id="R971288c26ff94d43" /><Relationship Type="http://schemas.openxmlformats.org/officeDocument/2006/relationships/font" Target="/ppt/fonts/font15.dat" Id="R3455687985be4e8b" /><Relationship Type="http://schemas.openxmlformats.org/officeDocument/2006/relationships/font" Target="/ppt/fonts/font16.dat" Id="R2854b144ad99422a" /><Relationship Type="http://schemas.openxmlformats.org/officeDocument/2006/relationships/font" Target="/ppt/fonts/font17.dat" Id="Rd487e937506d40b0" /><Relationship Type="http://schemas.openxmlformats.org/officeDocument/2006/relationships/font" Target="/ppt/fonts/font18.dat" Id="Re2aba60be36c42e9" /><Relationship Type="http://schemas.openxmlformats.org/officeDocument/2006/relationships/font" Target="/ppt/fonts/font19.dat" Id="Re10b0564cd884d45" /><Relationship Type="http://schemas.openxmlformats.org/officeDocument/2006/relationships/font" Target="/ppt/fonts/font20.dat" Id="R5d46f93831af41c6" /><Relationship Type="http://schemas.openxmlformats.org/officeDocument/2006/relationships/font" Target="/ppt/fonts/font21.dat" Id="R33dd35e6ad134dac" /><Relationship Type="http://schemas.openxmlformats.org/officeDocument/2006/relationships/font" Target="/ppt/fonts/font22.dat" Id="Rb2ff5238dac7468b" /><Relationship Type="http://schemas.openxmlformats.org/officeDocument/2006/relationships/font" Target="/ppt/fonts/font23.dat" Id="R0e7b878141ba4d68" /><Relationship Type="http://schemas.openxmlformats.org/officeDocument/2006/relationships/font" Target="/ppt/fonts/font24.dat" Id="R6c9625162d174659" /><Relationship Type="http://schemas.openxmlformats.org/officeDocument/2006/relationships/slide" Target="/ppt/slides/slide1.xml" Id="R13e865b4d0604182" /><Relationship Type="http://schemas.openxmlformats.org/officeDocument/2006/relationships/slide" Target="/ppt/slides/slide2.xml" Id="Ra91e773c235b4102" /><Relationship Type="http://schemas.openxmlformats.org/officeDocument/2006/relationships/slide" Target="/ppt/slides/slide3.xml" Id="Rf15053ec47514b33" /><Relationship Type="http://schemas.openxmlformats.org/officeDocument/2006/relationships/slide" Target="/ppt/slides/slide4.xml" Id="R3fb66f268d1b4f92" /><Relationship Type="http://schemas.openxmlformats.org/officeDocument/2006/relationships/slide" Target="/ppt/slides/slide5.xml" Id="R7f7adc68ba8e4669" /><Relationship Type="http://schemas.openxmlformats.org/officeDocument/2006/relationships/slide" Target="/ppt/slides/slide6.xml" Id="R8e17abd33918430d" /><Relationship Type="http://schemas.openxmlformats.org/officeDocument/2006/relationships/slide" Target="/ppt/slides/slide7.xml" Id="Rbecf0008ec004f6a" /><Relationship Type="http://schemas.openxmlformats.org/officeDocument/2006/relationships/slide" Target="/ppt/slides/slide8.xml" Id="R98d3e2df896e40fc" /><Relationship Type="http://schemas.openxmlformats.org/officeDocument/2006/relationships/slide" Target="/ppt/slides/slide9.xml" Id="R2e69ca985bba4459" /><Relationship Type="http://schemas.openxmlformats.org/officeDocument/2006/relationships/slide" Target="/ppt/slides/slide10.xml" Id="Rdf27cacd2a4a4d52" /><Relationship Type="http://schemas.openxmlformats.org/officeDocument/2006/relationships/slide" Target="/ppt/slides/slide11.xml" Id="R88695cb8706a41ba" /><Relationship Type="http://schemas.openxmlformats.org/officeDocument/2006/relationships/slide" Target="/ppt/slides/slide12.xml" Id="R9b2813658b7b4a99" /><Relationship Type="http://schemas.openxmlformats.org/officeDocument/2006/relationships/slide" Target="/ppt/slides/slide13.xml" Id="R4a9788c8f2f84d5f" /><Relationship Type="http://schemas.openxmlformats.org/officeDocument/2006/relationships/slide" Target="/ppt/slides/slide14.xml" Id="Rbe9e3da1046143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804ce27c8347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25ebbc1a6341f7" /><Relationship Type="http://schemas.openxmlformats.org/officeDocument/2006/relationships/notesMaster" Target="/ppt/notesMasters/notesMaster1.xml" Id="R9b2f3dbc45eb45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cfc1b16b1f435a" /><Relationship Type="http://schemas.openxmlformats.org/officeDocument/2006/relationships/notesMaster" Target="/ppt/notesMasters/notesMaster1.xml" Id="R141c446dace645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bf22fe515846da" /><Relationship Type="http://schemas.openxmlformats.org/officeDocument/2006/relationships/notesMaster" Target="/ppt/notesMasters/notesMaster1.xml" Id="R34819ffcb70a41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16d815933c401c" /><Relationship Type="http://schemas.openxmlformats.org/officeDocument/2006/relationships/notesMaster" Target="/ppt/notesMasters/notesMaster1.xml" Id="Rf567044fba8c48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0e1310836940ef" /><Relationship Type="http://schemas.openxmlformats.org/officeDocument/2006/relationships/notesMaster" Target="/ppt/notesMasters/notesMaster1.xml" Id="Rc40cd8825e9247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f21ac77ce0481c" /><Relationship Type="http://schemas.openxmlformats.org/officeDocument/2006/relationships/notesMaster" Target="/ppt/notesMasters/notesMaster1.xml" Id="R32cafbcbefb440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ed9fd53ad0418d" /><Relationship Type="http://schemas.openxmlformats.org/officeDocument/2006/relationships/notesMaster" Target="/ppt/notesMasters/notesMaster1.xml" Id="R9aa67f2d4ae14a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0119e01d114b5b" /><Relationship Type="http://schemas.openxmlformats.org/officeDocument/2006/relationships/notesMaster" Target="/ppt/notesMasters/notesMaster1.xml" Id="R391bcef105b641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2ca0a3be974f8b" /><Relationship Type="http://schemas.openxmlformats.org/officeDocument/2006/relationships/notesMaster" Target="/ppt/notesMasters/notesMaster1.xml" Id="R41fb93d1673a48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aa5149e8684c33" /><Relationship Type="http://schemas.openxmlformats.org/officeDocument/2006/relationships/notesMaster" Target="/ppt/notesMasters/notesMaster1.xml" Id="R27ec9bef2cd742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183aa3b17524d6e" /><Relationship Type="http://schemas.openxmlformats.org/officeDocument/2006/relationships/notesMaster" Target="/ppt/notesMasters/notesMaster1.xml" Id="R76c90b8d536647a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1aac3eef2e4a99" /><Relationship Type="http://schemas.openxmlformats.org/officeDocument/2006/relationships/notesMaster" Target="/ppt/notesMasters/notesMaster1.xml" Id="Re957e817c0ec432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793a78ef954740" /><Relationship Type="http://schemas.openxmlformats.org/officeDocument/2006/relationships/notesMaster" Target="/ppt/notesMasters/notesMaster1.xml" Id="Rdad1f1d62ba04f9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de8c563d1664103" /><Relationship Type="http://schemas.openxmlformats.org/officeDocument/2006/relationships/notesMaster" Target="/ppt/notesMasters/notesMaster1.xml" Id="Ra586fb366ac14e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7c72b700e747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7eb01efecfc485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129c676d714a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5f3e80d8c242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71665a946241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66daf95ef94e2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09482b945b44ae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0f1142d8f7f411b"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latin typeface="Lora SemiBold"/>
                <a:ea typeface="Lora SemiBold"/>
                <a:cs typeface="Lora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699" y="6279294"/>
            <a:ext cx="8129411"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294"/>
            <a:ext cx="87051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294"/>
            <a:ext cx="74930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699" y="6279294"/>
            <a:ext cx="846664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699" y="6279294"/>
            <a:ext cx="736176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294"/>
            <a:ext cx="75875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04b43c21324f27" /><Relationship Type="http://schemas.openxmlformats.org/officeDocument/2006/relationships/slideLayout" Target="/ppt/slideLayouts/slideLayout1.xml" Id="R87f059e44101473b" /><Relationship Type="http://schemas.openxmlformats.org/officeDocument/2006/relationships/slideLayout" Target="/ppt/slideLayouts/slideLayout2.xml" Id="R4421f1bd3dbe434a" /><Relationship Type="http://schemas.openxmlformats.org/officeDocument/2006/relationships/slideLayout" Target="/ppt/slideLayouts/slideLayout3.xml" Id="R83695510f6a84781" /><Relationship Type="http://schemas.openxmlformats.org/officeDocument/2006/relationships/slideLayout" Target="/ppt/slideLayouts/slideLayout4.xml" Id="R7b61fa8c04474b93" /><Relationship Type="http://schemas.openxmlformats.org/officeDocument/2006/relationships/slideLayout" Target="/ppt/slideLayouts/slideLayout5.xml" Id="Rce51633f5afe4247" /><Relationship Type="http://schemas.openxmlformats.org/officeDocument/2006/relationships/slideLayout" Target="/ppt/slideLayouts/slideLayout6.xml" Id="R0c7ed0b8ac0e4421" /><Relationship Type="http://schemas.openxmlformats.org/officeDocument/2006/relationships/slideLayout" Target="/ppt/slideLayouts/slideLayout7.xml" Id="R4807c693a6464348" /><Relationship Type="http://schemas.openxmlformats.org/officeDocument/2006/relationships/slideLayout" Target="/ppt/slideLayouts/slideLayout8.xml" Id="Rb2842c5c16014dbd" /></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294"/>
            <a:ext cx="75311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f059e44101473b"/>
    <p:sldLayoutId xmlns:r="http://schemas.openxmlformats.org/officeDocument/2006/relationships" id="2147483650" r:id="R4421f1bd3dbe434a"/>
    <p:sldLayoutId xmlns:r="http://schemas.openxmlformats.org/officeDocument/2006/relationships" id="2147483651" r:id="R83695510f6a84781"/>
    <p:sldLayoutId xmlns:r="http://schemas.openxmlformats.org/officeDocument/2006/relationships" id="2147483652" r:id="R7b61fa8c04474b93"/>
    <p:sldLayoutId xmlns:r="http://schemas.openxmlformats.org/officeDocument/2006/relationships" id="2147483653" r:id="Rce51633f5afe4247"/>
    <p:sldLayoutId xmlns:r="http://schemas.openxmlformats.org/officeDocument/2006/relationships" id="2147483654" r:id="R0c7ed0b8ac0e4421"/>
    <p:sldLayoutId xmlns:r="http://schemas.openxmlformats.org/officeDocument/2006/relationships" id="2147483655" r:id="R4807c693a6464348"/>
    <p:sldLayoutId xmlns:r="http://schemas.openxmlformats.org/officeDocument/2006/relationships" id="2147483656" r:id="Rb2842c5c16014dbd"/>
  </p:sldLayoutIdLst>
  <p:hf hdr="0" dt="0"/>
  <p:txStyles>
    <p:titleStyle>
      <a:lvl1pPr xmlns:a="http://schemas.openxmlformats.org/drawingml/2006/main" algn="l" defTabSz="914400">
        <a:lnSpc>
          <a:spcPct val="90000"/>
        </a:lnSpc>
        <a:spcBef>
          <a:spcPct val="0"/>
        </a:spcBef>
        <a:buNone/>
        <a:defRPr sz="2900" b="1" i="0" kern="1200">
          <a:solidFill>
            <a:schemeClr val="tx1"/>
          </a:solidFill>
          <a:latin typeface="Lora SemiBold"/>
          <a:ea typeface="Lora SemiBold"/>
          <a:cs typeface="Lora SemiBold"/>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520"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7066d9bcb042f3" /><Relationship Type="http://schemas.openxmlformats.org/officeDocument/2006/relationships/notesSlide" Target="/ppt/notesSlides/notesSlide1.xml" Id="Rde8439372a7641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715781f1a574986" /><Relationship Type="http://schemas.openxmlformats.org/officeDocument/2006/relationships/notesSlide" Target="/ppt/notesSlides/notesSlide2.xml" Id="R1594a3cd947749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62384919d094e21" /><Relationship Type="http://schemas.openxmlformats.org/officeDocument/2006/relationships/notesSlide" Target="/ppt/notesSlides/notesSlide3.xml" Id="Ra6e88271c65c40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499237f790b4cd3" /><Relationship Type="http://schemas.openxmlformats.org/officeDocument/2006/relationships/notesSlide" Target="/ppt/notesSlides/notesSlide4.xml" Id="Rdf20026e0cdc48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b2fdb4916254363" /><Relationship Type="http://schemas.openxmlformats.org/officeDocument/2006/relationships/notesSlide" Target="/ppt/notesSlides/notesSlide5.xml" Id="R56a4b4df015d4e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fb733cc7bae491d" /><Relationship Type="http://schemas.openxmlformats.org/officeDocument/2006/relationships/notesSlide" Target="/ppt/notesSlides/notesSlide6.xml" Id="R096ffe5a8f274c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2357e10bfee479f" /><Relationship Type="http://schemas.openxmlformats.org/officeDocument/2006/relationships/notesSlide" Target="/ppt/notesSlides/notesSlide7.xml" Id="R32fd7fdae1424c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5b376bdea4346b8" /><Relationship Type="http://schemas.openxmlformats.org/officeDocument/2006/relationships/notesSlide" Target="/ppt/notesSlides/notesSlide8.xml" Id="Re8d8992234bc48c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ba56379cf69488d" /><Relationship Type="http://schemas.openxmlformats.org/officeDocument/2006/relationships/notesSlide" Target="/ppt/notesSlides/notesSlide9.xml" Id="R8c3c2106aae94df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49f44bba3ef4c0d" /><Relationship Type="http://schemas.openxmlformats.org/officeDocument/2006/relationships/chart" Target="/ppt/slides/charts/chart1.xml" Id="Rb5accd184cc44f02" /><Relationship Type="http://schemas.openxmlformats.org/officeDocument/2006/relationships/notesSlide" Target="/ppt/notesSlides/notesSlide10.xml" Id="Ra254beec15fa42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9560791d17644b8" /><Relationship Type="http://schemas.openxmlformats.org/officeDocument/2006/relationships/chart" Target="/ppt/slides/charts/chart2.xml" Id="Rd6c0eb39eb804d32" /><Relationship Type="http://schemas.openxmlformats.org/officeDocument/2006/relationships/notesSlide" Target="/ppt/notesSlides/notesSlide11.xml" Id="R6c253e718f3841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5.xml" Id="Rb5554d46c8a24938" /><Relationship Type="http://schemas.openxmlformats.org/officeDocument/2006/relationships/notesSlide" Target="/ppt/notesSlides/notesSlide12.xml" Id="R5834d25f536f4b5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5c49a90eea0472b" /><Relationship Type="http://schemas.openxmlformats.org/officeDocument/2006/relationships/notesSlide" Target="/ppt/notesSlides/notesSlide13.xml" Id="Rf352c04be49041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3bb167062df499d" /><Relationship Type="http://schemas.openxmlformats.org/officeDocument/2006/relationships/notesSlide" Target="/ppt/notesSlides/notesSlide14.xml" Id="R2e46546ced52422e" /></Relationships>
</file>

<file path=ppt/slides/charts/chart1.xml><?xml version="1.0" encoding="utf-8"?>
<c:chartSpace xmlns:mc="http://schemas.openxmlformats.org/markup-compatibility/2006" xmlns:c14="http://schemas.microsoft.com/office/drawing/2007/8/2/chart" xmlns:c="http://schemas.openxmlformats.org/drawingml/2006/chart" mc:Ignorable="c14">
  <c:lang val="en-US"/>
  <c:roundedCorners val="0"/>
  <mc:AlternateContent>
    <mc:Choice Requires="c14">
      <c14:style val="102"/>
    </mc:Choice>
    <mc:Fallback>
      <c:style val="2"/>
    </mc:Fallback>
  </mc:AlternateContent>
  <c:chart>
    <c:title>
      <c:layout>
        <c:manualLayout>
          <c:xMode val="edge"/>
          <c:yMode val="edge"/>
          <c:x val="0.013821697687269586"/>
          <c:y val="0.02527575450117403"/>
        </c:manualLayout>
      </c:layout>
      <c:overlay val="0"/>
      <c:txPr>
        <a:bodyPr xmlns:a="http://schemas.openxmlformats.org/drawingml/2006/main" rot="0" vert="horz" anchor="ctr" anchorCtr="1"/>
        <a:lstStyle xmlns:a="http://schemas.openxmlformats.org/drawingml/2006/main"/>
        <a:p xmlns:a="http://schemas.openxmlformats.org/drawingml/2006/main">
          <a:pPr>
            <a:defRPr sz="1800" b="0" i="0" u="none" spc="0">
              <a:solidFill>
                <a:schemeClr val="tx1"/>
              </a:solidFill>
              <a:latin typeface="+mn-lt"/>
              <a:ea typeface="+mn-lt"/>
              <a:cs typeface="+mn-lt"/>
            </a:defRPr>
          </a:pPr>
        </a:p>
      </c:txPr>
    </c:title>
    <c:autoTitleDeleted val="0"/>
    <c:plotArea>
      <c:layout>
        <c:manualLayout>
          <c:layoutTarget val="inner"/>
          <c:xMode val="edge"/>
          <c:yMode val="edge"/>
          <c:x val="0.08245552360503024"/>
          <c:y val="0.16727494328876974"/>
          <c:w val="0.8907956446698214"/>
          <c:h val="0.6966469621926458"/>
        </c:manualLayout>
      </c:layout>
      <c:barChart>
        <c:barDir val="col"/>
        <c:grouping val="clustered"/>
        <c:varyColors val="0"/>
        <c:ser>
          <c:idx val="0"/>
          <c:order val="0"/>
          <c:tx>
            <c:strRef>
              <c:f>Sheet1!$B$1</c:f>
              <c:strCache>
                <c:ptCount val="1"/>
                <c:pt idx="0">
                  <c:v>Series 1</c:v>
                </c:pt>
              </c:strCache>
            </c:strRef>
          </c:tx>
          <c:spPr>
            <a:solidFill xmlns:a="http://schemas.openxmlformats.org/drawingml/2006/main">
              <a:schemeClr val="accent1"/>
            </a:solidFill>
            <a:ln xmlns:a="http://schemas.openxmlformats.org/drawingml/2006/main">
              <a:noFill/>
            </a:ln>
          </c:spPr>
          <c:invertIfNegative val="0"/>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400" b="1" i="0" u="none" kern="1200" baseline="0">
                    <a:solidFill>
                      <a:schemeClr val="bg1"/>
                    </a:solidFill>
                    <a:latin typeface="+mn-lt"/>
                    <a:ea typeface="+mn-lt"/>
                    <a:cs typeface="+mn-lt"/>
                  </a:defRPr>
                </a:pPr>
              </a:p>
            </c:txPr>
            <c:dLblPos val="inEnd"/>
            <c:showLegendKey val="0"/>
            <c:showVal val="1"/>
            <c:showCatName val="0"/>
            <c:showSerName val="0"/>
            <c:showPercent val="0"/>
            <c:showBubbleSize val="0"/>
            <c:showLeaderLines val="0"/>
            <c:leaderLines>
              <c:spPr>
                <a:ln xmlns:a="http://schemas.openxmlformats.org/drawingml/2006/main" w="9525" cmpd="sng">
                  <a:solidFill>
                    <a:schemeClr val="tx1">
                      <a:lumMod val="35000"/>
                      <a:lumOff val="65000"/>
                    </a:schemeClr>
                  </a:solidFill>
                </a:ln>
              </c:spPr>
            </c:leaderLines>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1.6</c:v>
                </c:pt>
                <c:pt idx="1">
                  <c:v>2.2</c:v>
                </c:pt>
                <c:pt idx="2">
                  <c:v>3.5</c:v>
                </c:pt>
                <c:pt idx="3">
                  <c:v>5.8</c:v>
                </c:pt>
              </c:numCache>
            </c:numRef>
          </c:val>
        </c:ser>
        <c:dLbls>
          <c:showLegendKey val="0"/>
          <c:showVal val="0"/>
          <c:showCatName val="0"/>
          <c:showSerName val="0"/>
          <c:showPercent val="0"/>
          <c:showBubbleSize val="0"/>
        </c:dLbls>
        <c:gapWidth val="83"/>
        <c:axId val="1785928255"/>
        <c:axId val="1769229823"/>
      </c:barChart>
      <c:lineChart>
        <c:grouping val="standard"/>
        <c:varyColors val="0"/>
        <c:ser>
          <c:idx val="1"/>
          <c:order val="1"/>
          <c:tx>
            <c:strRef>
              <c:f>Sheet1!$C$1</c:f>
              <c:strCache>
                <c:ptCount val="1"/>
                <c:pt idx="0">
                  <c:v>Series 2</c:v>
                </c:pt>
              </c:strCache>
            </c:strRef>
          </c:tx>
          <c:spPr>
            <a:ln xmlns:a="http://schemas.openxmlformats.org/drawingml/2006/main" w="28575">
              <a:solidFill>
                <a:schemeClr val="tx2">
                  <a:lumMod val="50000"/>
                  <a:lumOff val="50000"/>
                </a:schemeClr>
              </a:solidFill>
            </a:ln>
          </c:spPr>
          <c:marker>
            <c:symbol val="circle"/>
            <c:size val="6"/>
            <c:spPr>
              <a:solidFill xmlns:a="http://schemas.openxmlformats.org/drawingml/2006/main">
                <a:schemeClr val="tx2">
                  <a:lumMod val="50000"/>
                  <a:lumOff val="50000"/>
                </a:schemeClr>
              </a:solidFill>
              <a:ln xmlns:a="http://schemas.openxmlformats.org/drawingml/2006/main" w="9525">
                <a:solidFill>
                  <a:schemeClr val="tx2">
                    <a:lumMod val="50000"/>
                    <a:lumOff val="50000"/>
                  </a:schemeClr>
                </a:solidFill>
              </a:ln>
            </c:spPr>
          </c:marke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400" b="1" i="0" u="none" kern="1200" baseline="0">
                    <a:solidFill>
                      <a:schemeClr val="tx1"/>
                    </a:solidFill>
                    <a:latin typeface="+mn-lt"/>
                    <a:ea typeface="+mn-lt"/>
                    <a:cs typeface="+mn-lt"/>
                  </a:defRPr>
                </a:pPr>
              </a:p>
            </c:txPr>
            <c:showLegendKey val="0"/>
            <c:showVal val="1"/>
            <c:showCatName val="0"/>
            <c:showSerName val="0"/>
            <c:showPercent val="0"/>
            <c:showBubbleSize val="0"/>
            <c:showLeaderLines val="0"/>
            <c:leaderLines>
              <c:spPr>
                <a:ln xmlns:a="http://schemas.openxmlformats.org/drawingml/2006/main" w="9525" cmpd="sng">
                  <a:solidFill>
                    <a:schemeClr val="tx1">
                      <a:lumMod val="35000"/>
                      <a:lumOff val="65000"/>
                    </a:schemeClr>
                  </a:solidFill>
                </a:ln>
              </c:spPr>
            </c:leaderLines>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1.7</c:v>
                </c:pt>
                <c:pt idx="1">
                  <c:v>2.4</c:v>
                </c:pt>
                <c:pt idx="2">
                  <c:v>5</c:v>
                </c:pt>
                <c:pt idx="3">
                  <c:v>8</c:v>
                </c:pt>
              </c:numCache>
            </c:numRef>
          </c:val>
          <c:smooth val="0"/>
        </c:ser>
        <c:dLbls>
          <c:showLegendKey val="0"/>
          <c:showVal val="0"/>
          <c:showCatName val="0"/>
          <c:showSerName val="0"/>
          <c:showPercent val="0"/>
          <c:showBubbleSize val="0"/>
        </c:dLbls>
        <c:smooth val="0"/>
        <c:axId val="1785928255"/>
        <c:axId val="1769229823"/>
      </c:lineChart>
      <c:catAx>
        <c:axId val="1785928255"/>
        <c:scaling>
          <c:orientation val="minMax"/>
        </c:scaling>
        <c:delete val="0"/>
        <c:axPos val="b"/>
        <c:numFmt formatCode="General" sourceLinked="1"/>
        <c:majorTickMark val="none"/>
        <c:minorTickMark val="none"/>
        <c:tickLblPos val="nextTo"/>
        <c:spPr>
          <a:ln xmlns:a="http://schemas.openxmlformats.org/drawingml/2006/main" w="9525" cmpd="sng">
            <a:solidFill>
              <a:schemeClr val="tx1"/>
            </a:solidFill>
          </a:ln>
        </c:spPr>
        <c:txPr>
          <a:bodyPr xmlns:a="http://schemas.openxmlformats.org/drawingml/2006/main" rot="-60000000" spcFirstLastPara="1" vert="horz" wrap="square" anchor="ctr" anchorCtr="1"/>
          <a:lstStyle xmlns:a="http://schemas.openxmlformats.org/drawingml/2006/main"/>
          <a:p xmlns:a="http://schemas.openxmlformats.org/drawingml/2006/main">
            <a:pPr>
              <a:defRPr sz="1100" b="0" i="0" u="none" kern="1200" baseline="0">
                <a:solidFill>
                  <a:schemeClr val="tx1"/>
                </a:solidFill>
                <a:latin typeface="+mn-lt"/>
                <a:ea typeface="+mn-lt"/>
                <a:cs typeface="+mn-lt"/>
              </a:defRPr>
            </a:pPr>
          </a:p>
        </c:txPr>
        <c:crossAx val="1769229823"/>
        <c:crosses val="autoZero"/>
        <c:lblAlgn val="ctr"/>
        <c:noMultiLvlLbl val="0"/>
        <c:lblOffset val="100"/>
      </c:catAx>
      <c:valAx>
        <c:axId val="1769229823"/>
        <c:scaling>
          <c:orientation val="minMax"/>
        </c:scaling>
        <c:delete val="0"/>
        <c:axPos val="l"/>
        <c:majorGridlines>
          <c:spPr>
            <a:ln xmlns:a="http://schemas.openxmlformats.org/drawingml/2006/main" w="9525" cmpd="sng">
              <a:noFill/>
            </a:ln>
          </c:spPr>
        </c:majorGridlines>
        <c:numFmt formatCode="General" sourceLinked="1"/>
        <c:majorTickMark val="none"/>
        <c:minorTickMark val="none"/>
        <c:tickLblPos val="nextTo"/>
        <c:spPr>
          <a:ln xmlns:a="http://schemas.openxmlformats.org/drawingml/2006/main">
            <a:noFill/>
          </a:ln>
        </c:spPr>
        <c:txPr>
          <a:bodyPr xmlns:a="http://schemas.openxmlformats.org/drawingml/2006/main" rot="-60000000" vert="horz" anchor="ctr" anchorCtr="1"/>
          <a:lstStyle xmlns:a="http://schemas.openxmlformats.org/drawingml/2006/main"/>
          <a:p xmlns:a="http://schemas.openxmlformats.org/drawingml/2006/main">
            <a:pPr>
              <a:defRPr sz="1100" b="0" i="0" u="none" kern="1200" baseline="0">
                <a:solidFill>
                  <a:schemeClr val="tx1"/>
                </a:solidFill>
                <a:latin typeface="Helvetica Neue Medium"/>
                <a:ea typeface="Helvetica Neue Medium"/>
                <a:cs typeface="Helvetica Neue Medium"/>
              </a:defRPr>
            </a:pPr>
          </a:p>
        </c:txPr>
        <c:crossAx val="1785928255"/>
        <c:crosses val="autoZero"/>
        <c:crossBetween val="between"/>
      </c:valAx>
      <c:spPr>
        <a:noFill xmlns:a="http://schemas.openxmlformats.org/drawingml/2006/main"/>
        <a:ln xmlns:a="http://schemas.openxmlformats.org/drawingml/2006/main">
          <a:noFill/>
        </a:ln>
      </c:spPr>
    </c:plotArea>
    <c:legend>
      <c:legendPos val="b"/>
      <c:layout>
        <c:manualLayout>
          <c:xMode val="edge"/>
          <c:yMode val="edge"/>
          <c:x val="0.5806745349794367"/>
          <c:y val="0.02738737462131148"/>
          <c:w val="0.3998733846690067"/>
          <c:h val="0.046123948895864915"/>
        </c:manualLayout>
      </c:layout>
      <c:overlay val="0"/>
      <c:spPr>
        <a:noFill xmlns:a="http://schemas.openxmlformats.org/drawingml/2006/main"/>
      </c:spPr>
      <c:txPr>
        <a:bodyPr xmlns:a="http://schemas.openxmlformats.org/drawingml/2006/main" rot="0" vert="horz" anchor="ctr" anchorCtr="1"/>
        <a:lstStyle xmlns:a="http://schemas.openxmlformats.org/drawingml/2006/main"/>
        <a:p xmlns:a="http://schemas.openxmlformats.org/drawingml/2006/main">
          <a:pPr>
            <a:defRPr sz="1197" b="0" i="0" u="none">
              <a:solidFill>
                <a:schemeClr val="tx1">
                  <a:lumMod val="65000"/>
                  <a:lumOff val="35000"/>
                </a:schemeClr>
              </a:solidFill>
              <a:latin typeface="+mn-lt"/>
              <a:ea typeface="+mn-lt"/>
              <a:cs typeface="+mn-lt"/>
            </a:defRPr>
          </a:pPr>
        </a:p>
      </c:txPr>
    </c:legend>
    <c:plotVisOnly val="1"/>
  </c:chart>
  <c:spPr>
    <a:noFill xmlns:a="http://schemas.openxmlformats.org/drawingml/2006/main"/>
    <a:ln xmlns:a="http://schemas.openxmlformats.org/drawingml/2006/main">
      <a:noFill/>
    </a:ln>
  </c:spPr>
</c:chartSpace>
</file>

<file path=ppt/slides/charts/chart2.xml><?xml version="1.0" encoding="utf-8"?>
<c:chartSpace xmlns:mc="http://schemas.openxmlformats.org/markup-compatibility/2006" xmlns:c14="http://schemas.microsoft.com/office/drawing/2007/8/2/chart" xmlns:c="http://schemas.openxmlformats.org/drawingml/2006/chart" mc:Ignorable="c14">
  <c:lang val="en-US"/>
  <c:roundedCorners val="0"/>
  <mc:AlternateContent>
    <mc:Choice Requires="c14">
      <c14:style val="102"/>
    </mc:Choice>
    <mc:Fallback>
      <c:style val="2"/>
    </mc:Fallback>
  </mc:AlternateContent>
  <c:chart>
    <c:title>
      <c:layout>
        <c:manualLayout>
          <c:xMode val="edge"/>
          <c:yMode val="edge"/>
          <c:x val="0.013821697687269586"/>
          <c:y val="0.02527575450117403"/>
        </c:manualLayout>
      </c:layout>
      <c:overlay val="0"/>
      <c:txPr>
        <a:bodyPr xmlns:a="http://schemas.openxmlformats.org/drawingml/2006/main" rot="0" vert="horz" anchor="ctr" anchorCtr="1"/>
        <a:lstStyle xmlns:a="http://schemas.openxmlformats.org/drawingml/2006/main"/>
        <a:p xmlns:a="http://schemas.openxmlformats.org/drawingml/2006/main">
          <a:pPr>
            <a:defRPr sz="1800" b="0" i="0" u="none" spc="0">
              <a:solidFill>
                <a:schemeClr val="tx1"/>
              </a:solidFill>
              <a:latin typeface="+mn-lt"/>
              <a:ea typeface="+mn-lt"/>
              <a:cs typeface="+mn-lt"/>
            </a:defRPr>
          </a:pPr>
        </a:p>
      </c:txPr>
    </c:title>
    <c:autoTitleDeleted val="0"/>
    <c:plotArea>
      <c:layout>
        <c:manualLayout>
          <c:layoutTarget val="inner"/>
          <c:xMode val="edge"/>
          <c:yMode val="edge"/>
          <c:x val="0.08245552360503024"/>
          <c:y val="0.16727494328876974"/>
          <c:w val="0.8907956446698214"/>
          <c:h val="0.6966469621926458"/>
        </c:manualLayout>
      </c:layout>
      <c:barChart>
        <c:barDir val="col"/>
        <c:grouping val="clustered"/>
        <c:varyColors val="0"/>
        <c:ser>
          <c:idx val="0"/>
          <c:order val="0"/>
          <c:tx>
            <c:strRef>
              <c:f>Sheet1!$B$1</c:f>
              <c:strCache>
                <c:ptCount val="1"/>
                <c:pt idx="0">
                  <c:v>Series 1</c:v>
                </c:pt>
              </c:strCache>
            </c:strRef>
          </c:tx>
          <c:spPr>
            <a:solidFill xmlns:a="http://schemas.openxmlformats.org/drawingml/2006/main">
              <a:schemeClr val="accent1"/>
            </a:solidFill>
            <a:ln xmlns:a="http://schemas.openxmlformats.org/drawingml/2006/main">
              <a:noFill/>
            </a:ln>
          </c:spPr>
          <c:invertIfNegative val="0"/>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400" b="1" i="0" u="none" kern="1200" baseline="0">
                    <a:solidFill>
                      <a:schemeClr val="bg1"/>
                    </a:solidFill>
                    <a:latin typeface="+mn-lt"/>
                    <a:ea typeface="+mn-lt"/>
                    <a:cs typeface="+mn-lt"/>
                  </a:defRPr>
                </a:pPr>
              </a:p>
            </c:txPr>
            <c:dLblPos val="inEnd"/>
            <c:showLegendKey val="0"/>
            <c:showVal val="1"/>
            <c:showCatName val="0"/>
            <c:showSerName val="0"/>
            <c:showPercent val="0"/>
            <c:showBubbleSize val="0"/>
            <c:showLeaderLines val="0"/>
            <c:leaderLines>
              <c:spPr>
                <a:ln xmlns:a="http://schemas.openxmlformats.org/drawingml/2006/main" w="9525" cmpd="sng">
                  <a:solidFill>
                    <a:schemeClr val="tx1">
                      <a:lumMod val="35000"/>
                      <a:lumOff val="65000"/>
                    </a:schemeClr>
                  </a:solidFill>
                </a:ln>
              </c:spPr>
            </c:leaderLines>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1.6</c:v>
                </c:pt>
                <c:pt idx="1">
                  <c:v>2.2</c:v>
                </c:pt>
                <c:pt idx="2">
                  <c:v>3.5</c:v>
                </c:pt>
                <c:pt idx="3">
                  <c:v>5.8</c:v>
                </c:pt>
              </c:numCache>
            </c:numRef>
          </c:val>
        </c:ser>
        <c:dLbls>
          <c:showLegendKey val="0"/>
          <c:showVal val="0"/>
          <c:showCatName val="0"/>
          <c:showSerName val="0"/>
          <c:showPercent val="0"/>
          <c:showBubbleSize val="0"/>
        </c:dLbls>
        <c:gapWidth val="83"/>
        <c:axId val="1785928255"/>
        <c:axId val="1769229823"/>
      </c:barChart>
      <c:lineChart>
        <c:grouping val="standard"/>
        <c:varyColors val="0"/>
        <c:ser>
          <c:idx val="1"/>
          <c:order val="1"/>
          <c:tx>
            <c:strRef>
              <c:f>Sheet1!$C$1</c:f>
              <c:strCache>
                <c:ptCount val="1"/>
                <c:pt idx="0">
                  <c:v>Series 2</c:v>
                </c:pt>
              </c:strCache>
            </c:strRef>
          </c:tx>
          <c:spPr>
            <a:ln xmlns:a="http://schemas.openxmlformats.org/drawingml/2006/main" w="28575">
              <a:solidFill>
                <a:schemeClr val="tx2">
                  <a:lumMod val="50000"/>
                  <a:lumOff val="50000"/>
                </a:schemeClr>
              </a:solidFill>
            </a:ln>
          </c:spPr>
          <c:marker>
            <c:symbol val="circle"/>
            <c:size val="6"/>
            <c:spPr>
              <a:solidFill xmlns:a="http://schemas.openxmlformats.org/drawingml/2006/main">
                <a:schemeClr val="tx2">
                  <a:lumMod val="50000"/>
                  <a:lumOff val="50000"/>
                </a:schemeClr>
              </a:solidFill>
              <a:ln xmlns:a="http://schemas.openxmlformats.org/drawingml/2006/main" w="9525">
                <a:solidFill>
                  <a:schemeClr val="tx2">
                    <a:lumMod val="50000"/>
                    <a:lumOff val="50000"/>
                  </a:schemeClr>
                </a:solidFill>
              </a:ln>
            </c:spPr>
          </c:marke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400" b="1" i="0" u="none" kern="1200" baseline="0">
                    <a:solidFill>
                      <a:schemeClr val="tx1"/>
                    </a:solidFill>
                    <a:latin typeface="+mn-lt"/>
                    <a:ea typeface="+mn-lt"/>
                    <a:cs typeface="+mn-lt"/>
                  </a:defRPr>
                </a:pPr>
              </a:p>
            </c:txPr>
            <c:showLegendKey val="0"/>
            <c:showVal val="1"/>
            <c:showCatName val="0"/>
            <c:showSerName val="0"/>
            <c:showPercent val="0"/>
            <c:showBubbleSize val="0"/>
            <c:showLeaderLines val="0"/>
            <c:leaderLines>
              <c:spPr>
                <a:ln xmlns:a="http://schemas.openxmlformats.org/drawingml/2006/main" w="9525" cmpd="sng">
                  <a:solidFill>
                    <a:schemeClr val="tx1">
                      <a:lumMod val="35000"/>
                      <a:lumOff val="65000"/>
                    </a:schemeClr>
                  </a:solidFill>
                </a:ln>
              </c:spPr>
            </c:leaderLines>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1.7</c:v>
                </c:pt>
                <c:pt idx="1">
                  <c:v>2.4</c:v>
                </c:pt>
                <c:pt idx="2">
                  <c:v>5</c:v>
                </c:pt>
                <c:pt idx="3">
                  <c:v>8</c:v>
                </c:pt>
              </c:numCache>
            </c:numRef>
          </c:val>
          <c:smooth val="0"/>
        </c:ser>
        <c:dLbls>
          <c:showLegendKey val="0"/>
          <c:showVal val="0"/>
          <c:showCatName val="0"/>
          <c:showSerName val="0"/>
          <c:showPercent val="0"/>
          <c:showBubbleSize val="0"/>
        </c:dLbls>
        <c:smooth val="0"/>
        <c:axId val="1785928255"/>
        <c:axId val="1769229823"/>
      </c:lineChart>
      <c:catAx>
        <c:axId val="1785928255"/>
        <c:scaling>
          <c:orientation val="minMax"/>
        </c:scaling>
        <c:delete val="0"/>
        <c:axPos val="b"/>
        <c:numFmt formatCode="General" sourceLinked="1"/>
        <c:majorTickMark val="none"/>
        <c:minorTickMark val="none"/>
        <c:tickLblPos val="nextTo"/>
        <c:spPr>
          <a:ln xmlns:a="http://schemas.openxmlformats.org/drawingml/2006/main" w="9525" cmpd="sng">
            <a:solidFill>
              <a:schemeClr val="tx1"/>
            </a:solidFill>
          </a:ln>
        </c:spPr>
        <c:txPr>
          <a:bodyPr xmlns:a="http://schemas.openxmlformats.org/drawingml/2006/main" rot="-60000000" spcFirstLastPara="1" vert="horz" wrap="square" anchor="ctr" anchorCtr="1"/>
          <a:lstStyle xmlns:a="http://schemas.openxmlformats.org/drawingml/2006/main"/>
          <a:p xmlns:a="http://schemas.openxmlformats.org/drawingml/2006/main">
            <a:pPr>
              <a:defRPr sz="1100" b="0" i="0" u="none" kern="1200" baseline="0">
                <a:solidFill>
                  <a:schemeClr val="tx1"/>
                </a:solidFill>
                <a:latin typeface="+mn-lt"/>
                <a:ea typeface="+mn-lt"/>
                <a:cs typeface="+mn-lt"/>
              </a:defRPr>
            </a:pPr>
          </a:p>
        </c:txPr>
        <c:crossAx val="1769229823"/>
        <c:crosses val="autoZero"/>
        <c:lblAlgn val="ctr"/>
        <c:noMultiLvlLbl val="0"/>
        <c:lblOffset val="100"/>
      </c:catAx>
      <c:valAx>
        <c:axId val="1769229823"/>
        <c:scaling>
          <c:orientation val="minMax"/>
        </c:scaling>
        <c:delete val="0"/>
        <c:axPos val="l"/>
        <c:majorGridlines>
          <c:spPr>
            <a:ln xmlns:a="http://schemas.openxmlformats.org/drawingml/2006/main" w="9525" cmpd="sng">
              <a:noFill/>
            </a:ln>
          </c:spPr>
        </c:majorGridlines>
        <c:numFmt formatCode="General" sourceLinked="1"/>
        <c:majorTickMark val="none"/>
        <c:minorTickMark val="none"/>
        <c:tickLblPos val="nextTo"/>
        <c:spPr>
          <a:ln xmlns:a="http://schemas.openxmlformats.org/drawingml/2006/main">
            <a:noFill/>
          </a:ln>
        </c:spPr>
        <c:txPr>
          <a:bodyPr xmlns:a="http://schemas.openxmlformats.org/drawingml/2006/main" rot="-60000000" vert="horz" anchor="ctr" anchorCtr="1"/>
          <a:lstStyle xmlns:a="http://schemas.openxmlformats.org/drawingml/2006/main"/>
          <a:p xmlns:a="http://schemas.openxmlformats.org/drawingml/2006/main">
            <a:pPr>
              <a:defRPr sz="1100" b="0" i="0" u="none" kern="1200" baseline="0">
                <a:solidFill>
                  <a:schemeClr val="tx1"/>
                </a:solidFill>
                <a:latin typeface="Helvetica Neue Medium"/>
                <a:ea typeface="Helvetica Neue Medium"/>
                <a:cs typeface="Helvetica Neue Medium"/>
              </a:defRPr>
            </a:pPr>
          </a:p>
        </c:txPr>
        <c:crossAx val="1785928255"/>
        <c:crosses val="autoZero"/>
        <c:crossBetween val="between"/>
      </c:valAx>
      <c:spPr>
        <a:noFill xmlns:a="http://schemas.openxmlformats.org/drawingml/2006/main"/>
        <a:ln xmlns:a="http://schemas.openxmlformats.org/drawingml/2006/main">
          <a:noFill/>
        </a:ln>
      </c:spPr>
    </c:plotArea>
    <c:legend>
      <c:legendPos val="b"/>
      <c:layout>
        <c:manualLayout>
          <c:xMode val="edge"/>
          <c:yMode val="edge"/>
          <c:x val="0.5806745349794367"/>
          <c:y val="0.02738737462131148"/>
          <c:w val="0.3998733846690067"/>
          <c:h val="0.046123948895864915"/>
        </c:manualLayout>
      </c:layout>
      <c:overlay val="0"/>
      <c:spPr>
        <a:noFill xmlns:a="http://schemas.openxmlformats.org/drawingml/2006/main"/>
      </c:spPr>
      <c:txPr>
        <a:bodyPr xmlns:a="http://schemas.openxmlformats.org/drawingml/2006/main" rot="0" vert="horz" anchor="ctr" anchorCtr="1"/>
        <a:lstStyle xmlns:a="http://schemas.openxmlformats.org/drawingml/2006/main"/>
        <a:p xmlns:a="http://schemas.openxmlformats.org/drawingml/2006/main">
          <a:pPr>
            <a:defRPr sz="1197" b="0" i="0" u="none">
              <a:solidFill>
                <a:schemeClr val="tx1">
                  <a:lumMod val="65000"/>
                  <a:lumOff val="35000"/>
                </a:schemeClr>
              </a:solidFill>
              <a:latin typeface="+mn-lt"/>
              <a:ea typeface="+mn-lt"/>
              <a:cs typeface="+mn-lt"/>
            </a:defRPr>
          </a:pPr>
        </a:p>
      </c:txPr>
    </c:legend>
    <c:plotVisOnly val="1"/>
  </c:chart>
  <c:spPr>
    <a:noFill xmlns:a="http://schemas.openxmlformats.org/drawingml/2006/main"/>
    <a:ln xmlns:a="http://schemas.openxmlformats.org/drawingml/2006/main">
      <a:noFill/>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706809B0-D483-45C1-B580-B57BB5CC520A}"/>
              </a:ext>
            </a:extLst>
          </p:cNvPr>
          <p:cNvSpPr>
            <a:spLocks xmlns:a="http://schemas.openxmlformats.org/drawingml/2006/main" noGrp="1"/>
          </p:cNvSpPr>
          <p:nvPr>
            <p:ph type="ctrTitle" idx="0"/>
          </p:nvPr>
        </p:nvSpPr>
        <p:spPr>
          <a:xfrm xmlns:a="http://schemas.openxmlformats.org/drawingml/2006/main">
            <a:off x="569969" y="1444887"/>
            <a:ext cx="9448800" cy="1726468"/>
          </a:xfrm>
        </p:spPr>
        <p:txBody>
          <a:bodyPr xmlns:a="http://schemas.openxmlformats.org/drawingml/2006/main" anchor="t">
            <a:noAutofit/>
          </a:bodyPr>
          <a:lstStyle xmlns:a="http://schemas.openxmlformats.org/drawingml/2006/main"/>
          <a:p xmlns:a="http://schemas.openxmlformats.org/drawingml/2006/main">
            <a:r>
              <a:rPr sz="5500">
                <a:solidFill>
                  <a:schemeClr val="accent1"/>
                </a:solidFill>
                <a:latin typeface="Lora Medium"/>
                <a:ea typeface="Lora Medium"/>
                <a:cs typeface="Lora Medium"/>
              </a:rPr>
              <a:t>Enterprise Quarterly Business Review</a:t>
            </a:r>
          </a:p>
        </p:txBody>
      </p:sp>
      <p:sp>
        <p:nvSpPr>
          <p:cNvPr id="5" name="Subtitle 4">
            <a:extLst xmlns:a="http://schemas.openxmlformats.org/drawingml/2006/main">
              <a:ext uri="{FF2B5EF4-FFF2-40B4-BE49-F238E27FC236}">
                <a16:creationId xmlns:a16="http://schemas.microsoft.com/office/drawing/2014/main" id="{7DD11E6E-01C0-D6E4-28D7-D7F6B94AF61C}"/>
              </a:ext>
            </a:extLst>
          </p:cNvPr>
          <p:cNvSpPr>
            <a:spLocks xmlns:a="http://schemas.openxmlformats.org/drawingml/2006/main" noGrp="1"/>
          </p:cNvSpPr>
          <p:nvPr>
            <p:ph type="subTitle" idx="1"/>
          </p:nvPr>
        </p:nvSpPr>
        <p:spPr>
          <a:xfrm xmlns:a="http://schemas.openxmlformats.org/drawingml/2006/main">
            <a:off x="603019" y="5077241"/>
            <a:ext cx="6304556" cy="1076208"/>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p xmlns:a="http://schemas.openxmlformats.org/drawingml/2006/main">
            <a:pPr>
              <a:lnSpc>
                <a:spcPct val="120000"/>
              </a:lnSpc>
              <a:buNone/>
            </a:pPr>
            <a:r>
              <a:rPr sz="1400">
                <a:solidFill>
                  <a:schemeClr val="accent2">
                    <a:lumMod val="50000"/>
                  </a:schemeClr>
                </a:solidFill>
              </a:rPr>
              <a:t>A structured review of Q1 2025 performance, strategic outcomes, and the operational plan for Q2. This deck covers our scorecard against targets, key initiatives delivered, value created, critical learnings, and the decisions needed to accelerate execution in the next quarter.</a:t>
            </a:r>
          </a:p>
        </p:txBody>
      </p:sp>
      <p:sp>
        <p:nvSpPr>
          <p:cNvPr id="6" name="Subtitle 4">
            <a:extLst xmlns:a="http://schemas.openxmlformats.org/drawingml/2006/main">
              <a:ext uri="{FF2B5EF4-FFF2-40B4-BE49-F238E27FC236}">
                <a16:creationId xmlns:a16="http://schemas.microsoft.com/office/drawing/2014/main" id="{C66AB198-0518-67DE-AB81-D65264FDA20F}"/>
              </a:ext>
            </a:extLst>
          </p:cNvPr>
          <p:cNvSpPr>
            <a:spLocks xmlns:a="http://schemas.openxmlformats.org/drawingml/2006/main" noGrp="1"/>
          </p:cNvSpPr>
          <p:nvPr/>
        </p:nvSpPr>
        <p:spPr>
          <a:xfrm xmlns:a="http://schemas.openxmlformats.org/drawingml/2006/main">
            <a:off x="603018" y="4606175"/>
            <a:ext cx="6304556" cy="320279"/>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600" b="1">
                <a:solidFill>
                  <a:schemeClr val="accent1"/>
                </a:solidFill>
                <a:latin typeface="Roboto SemiBold"/>
                <a:ea typeface="Roboto SemiBold"/>
                <a:cs typeface="Roboto SemiBold"/>
              </a:rPr>
              <a:t>Q3 2026</a:t>
            </a:r>
          </a:p>
        </p:txBody>
      </p:sp>
      <p:sp>
        <p:nvSpPr>
          <p:cNvPr id="10" name="Subtitle 4">
            <a:extLst xmlns:a="http://schemas.openxmlformats.org/drawingml/2006/main">
              <a:ext uri="{FF2B5EF4-FFF2-40B4-BE49-F238E27FC236}">
                <a16:creationId xmlns:a16="http://schemas.microsoft.com/office/drawing/2014/main" id="{CC2E0538-5645-7BC8-CF3A-FDF31FD97820}"/>
              </a:ext>
            </a:extLst>
          </p:cNvPr>
          <p:cNvSpPr>
            <a:spLocks xmlns:a="http://schemas.openxmlformats.org/drawingml/2006/main" noGrp="1"/>
          </p:cNvSpPr>
          <p:nvPr/>
        </p:nvSpPr>
        <p:spPr>
          <a:xfrm xmlns:a="http://schemas.openxmlformats.org/drawingml/2006/main">
            <a:off x="603018" y="555606"/>
            <a:ext cx="3578411" cy="34517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solidFill>
                  <a:schemeClr val="accent2">
                    <a:lumMod val="90000"/>
                  </a:schemeClr>
                </a:solidFill>
                <a:latin typeface="Roboto Medium"/>
                <a:ea typeface="Roboto Medium"/>
                <a:cs typeface="Roboto Medium"/>
              </a:rPr>
              <a:t>Company or team name</a:t>
            </a:r>
          </a:p>
        </p:txBody>
      </p:sp>
      <p:sp>
        <p:nvSpPr>
          <p:cNvPr id="7" name="Straight Connector 6">
            <a:extLst xmlns:a="http://schemas.openxmlformats.org/drawingml/2006/main">
              <a:ext uri="{FF2B5EF4-FFF2-40B4-BE49-F238E27FC236}">
                <a16:creationId xmlns:a16="http://schemas.microsoft.com/office/drawing/2014/main" id="{F894FBD5-ACCB-4DD6-9FEB-60368FA1BE5D}"/>
              </a:ext>
            </a:extLst>
          </p:cNvPr>
          <p:cNvSpPr>
            <a:spLocks xmlns:a="http://schemas.openxmlformats.org/drawingml/2006/main" noGrp="1"/>
          </p:cNvSpPr>
          <p:nvPr/>
        </p:nvSpPr>
        <p:spPr>
          <a:xfrm xmlns:a="http://schemas.openxmlformats.org/drawingml/2006/main">
            <a:off x="-183260" y="3934067"/>
            <a:ext cx="12558520" cy="0"/>
          </a:xfrm>
          <a:prstGeom xmlns:a="http://schemas.openxmlformats.org/drawingml/2006/main" prst="line">
            <a:avLst/>
          </a:prstGeom>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168508855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3108432E-6CC9-7470-65A5-7F6A330EFB4F}"/>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00000000-1234-1234-1234-123412341234}" type="slidenum">
              <a:t>2</a:t>
            </a:fld>
            <a:endParaRPr/>
          </a:p>
        </p:txBody>
      </p:sp>
      <p:sp>
        <p:nvSpPr>
          <p:cNvPr id="3" name="Title 2">
            <a:extLst xmlns:a="http://schemas.openxmlformats.org/drawingml/2006/main">
              <a:ext uri="{FF2B5EF4-FFF2-40B4-BE49-F238E27FC236}">
                <a16:creationId xmlns:a16="http://schemas.microsoft.com/office/drawing/2014/main" id="{40BD946D-556A-ECA8-679C-19ABE963A4E5}"/>
              </a:ext>
            </a:extLst>
          </p:cNvPr>
          <p:cNvSpPr>
            <a:spLocks xmlns:a="http://schemas.openxmlformats.org/drawingml/2006/main" noGrp="1"/>
          </p:cNvSpPr>
          <p:nvPr>
            <p:ph type="title" idx="0"/>
          </p:nvPr>
        </p:nvSpPr>
        <p:spPr>
          <a:xfrm xmlns:a="http://schemas.openxmlformats.org/drawingml/2006/main">
            <a:off x="393699" y="1046195"/>
            <a:ext cx="9448800" cy="985805"/>
          </a:xfrm>
        </p:spPr>
        <p:txBody>
          <a:bodyPr xmlns:a="http://schemas.openxmlformats.org/drawingml/2006/main">
            <a:normAutofit/>
          </a:bodyPr>
          <a:lstStyle xmlns:a="http://schemas.openxmlformats.org/drawingml/2006/main"/>
          <a:p xmlns:a="http://schemas.openxmlformats.org/drawingml/2006/main">
            <a:r>
              <a:t>Meeting title with agenda slide</a:t>
            </a:r>
          </a:p>
        </p:txBody>
      </p:sp>
      <p:sp>
        <p:nvSpPr>
          <p:cNvPr id="5" name="Subtitle 4">
            <a:extLst xmlns:a="http://schemas.openxmlformats.org/drawingml/2006/main">
              <a:ext uri="{FF2B5EF4-FFF2-40B4-BE49-F238E27FC236}">
                <a16:creationId xmlns:a16="http://schemas.microsoft.com/office/drawing/2014/main" id="{173F7058-30A0-0125-1A90-B808A012B5B4}"/>
              </a:ext>
            </a:extLst>
          </p:cNvPr>
          <p:cNvSpPr>
            <a:spLocks xmlns:a="http://schemas.openxmlformats.org/drawingml/2006/main" noGrp="1"/>
          </p:cNvSpPr>
          <p:nvPr/>
        </p:nvSpPr>
        <p:spPr>
          <a:xfrm xmlns:a="http://schemas.openxmlformats.org/drawingml/2006/main">
            <a:off x="393699" y="392242"/>
            <a:ext cx="3578411" cy="34517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solidFill>
                  <a:schemeClr val="accent1"/>
                </a:solidFill>
                <a:latin typeface="Roboto Medium"/>
                <a:ea typeface="Roboto Medium"/>
                <a:cs typeface="Roboto Medium"/>
              </a:rPr>
              <a:t>Agenda</a:t>
            </a:r>
          </a:p>
        </p:txBody>
      </p:sp>
      <p:graphicFrame>
        <p:nvGraphicFramePr>
          <p:cNvPr id="10" name="Table 6"/>
          <p:cNvGraphicFramePr/>
          <p:nvPr/>
        </p:nvGraphicFramePr>
        <p:xfrm>
          <a:off xmlns:a="http://schemas.openxmlformats.org/drawingml/2006/main" x="393700" y="2573020"/>
          <a:ext xmlns:a="http://schemas.openxmlformats.org/drawingml/2006/main" cx="11404600" cy="3566160"/>
        </p:xfrm>
        <a:graphic xmlns:a="http://schemas.openxmlformats.org/drawingml/2006/main">
          <a:graphicData uri="http://schemas.openxmlformats.org/drawingml/2006/table">
            <a:tbl>
              <a:tblPr firstRow="1" bandRow="1">
                <a:tableStyleId>{5C22544A-7EE6-4342-B048-85BDC9FD1C3A}</a:tableStyleId>
              </a:tblPr>
              <a:tblGrid>
                <a:gridCol w="627578"/>
                <a:gridCol w="6875813"/>
                <a:gridCol w="3901209"/>
              </a:tblGrid>
              <a:tr h="594360">
                <a:tc>
                  <a:txBody>
                    <a:bodyPr/>
                    <a:lstStyle/>
                    <a:p>
                      <a:pPr marL="0" marR="0" lvl="0" indent="0" algn="l" defTabSz="914400">
                        <a:lnSpc>
                          <a:spcPct val="100000"/>
                        </a:lnSpc>
                        <a:spcBef>
                          <a:spcPts val="0"/>
                        </a:spcBef>
                        <a:spcAft>
                          <a:spcPts val="0"/>
                        </a:spcAft>
                        <a:buClrTx/>
                        <a:buSzTx/>
                        <a:buFontTx/>
                        <a:buNone/>
                      </a:pPr>
                      <a:r>
                        <a:rPr sz="2300" b="0" i="0" u="none" cap="none" spc="0">
                          <a:ln>
                            <a:noFill/>
                          </a:ln>
                          <a:solidFill>
                            <a:schemeClr val="accent2">
                              <a:lumMod val="75000"/>
                            </a:schemeClr>
                          </a:solidFill>
                          <a:latin typeface="+mn-lt"/>
                          <a:ea typeface="+mn-lt"/>
                          <a:cs typeface="+mn-lt"/>
                        </a:rPr>
                        <a:t>01</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300" b="0" i="0" u="none" cap="none" spc="0">
                          <a:ln>
                            <a:noFill/>
                          </a:ln>
                          <a:solidFill>
                            <a:prstClr val="black"/>
                          </a:solidFill>
                          <a:latin typeface="+mn-lt"/>
                          <a:ea typeface="+mn-lt"/>
                          <a:cs typeface="+mn-lt"/>
                        </a:rPr>
                        <a:t>Agenda item one</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600" b="0" i="0" u="none" cap="none" spc="0">
                          <a:ln>
                            <a:noFill/>
                          </a:ln>
                          <a:solidFill>
                            <a:schemeClr val="accent1"/>
                          </a:solidFill>
                          <a:latin typeface="Roboto Medium"/>
                          <a:ea typeface="Roboto Medium"/>
                          <a:cs typeface="Roboto Medium"/>
                        </a:rPr>
                        <a:t>Speaker name</a:t>
                      </a:r>
                    </a:p>
                  </a:txBody>
                  <a:tcPr marL="0" marR="91440" marT="45720" marB="4572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594360">
                <a:tc>
                  <a:txBody>
                    <a:bodyPr/>
                    <a:lstStyle/>
                    <a:p>
                      <a:pPr marL="0" marR="0" lvl="0" indent="0" algn="l" defTabSz="914400">
                        <a:lnSpc>
                          <a:spcPct val="100000"/>
                        </a:lnSpc>
                        <a:spcBef>
                          <a:spcPts val="0"/>
                        </a:spcBef>
                        <a:spcAft>
                          <a:spcPts val="0"/>
                        </a:spcAft>
                        <a:buClrTx/>
                        <a:buSzTx/>
                        <a:buFontTx/>
                        <a:buNone/>
                      </a:pPr>
                      <a:r>
                        <a:rPr sz="2300" b="0" i="0" u="none" cap="none" spc="0">
                          <a:ln>
                            <a:noFill/>
                          </a:ln>
                          <a:solidFill>
                            <a:schemeClr val="accent2">
                              <a:lumMod val="75000"/>
                            </a:schemeClr>
                          </a:solidFill>
                          <a:latin typeface="+mn-lt"/>
                          <a:ea typeface="+mn-lt"/>
                          <a:cs typeface="+mn-lt"/>
                        </a:rPr>
                        <a:t>02</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300" b="0" i="0" u="none" cap="none" spc="0">
                          <a:ln>
                            <a:noFill/>
                          </a:ln>
                          <a:solidFill>
                            <a:prstClr val="black"/>
                          </a:solidFill>
                          <a:latin typeface="+mn-lt"/>
                          <a:ea typeface="+mn-lt"/>
                          <a:cs typeface="+mn-lt"/>
                        </a:rPr>
                        <a:t>Agenda item two</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600" b="0" i="0" u="none" cap="none" spc="0">
                          <a:ln>
                            <a:noFill/>
                          </a:ln>
                          <a:solidFill>
                            <a:schemeClr val="accent1"/>
                          </a:solidFill>
                          <a:latin typeface="Roboto Medium"/>
                          <a:ea typeface="Roboto Medium"/>
                          <a:cs typeface="Roboto Medium"/>
                        </a:rPr>
                        <a:t>Speaker name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594360">
                <a:tc>
                  <a:txBody>
                    <a:bodyPr/>
                    <a:lstStyle/>
                    <a:p>
                      <a:pPr marL="0" marR="0" lvl="0" indent="0" algn="l" defTabSz="914400">
                        <a:lnSpc>
                          <a:spcPct val="100000"/>
                        </a:lnSpc>
                        <a:spcBef>
                          <a:spcPts val="0"/>
                        </a:spcBef>
                        <a:spcAft>
                          <a:spcPts val="0"/>
                        </a:spcAft>
                        <a:buClrTx/>
                        <a:buSzTx/>
                        <a:buFontTx/>
                        <a:buNone/>
                      </a:pPr>
                      <a:r>
                        <a:rPr sz="2300" b="0" i="0" u="none" cap="none" spc="0">
                          <a:ln>
                            <a:noFill/>
                          </a:ln>
                          <a:solidFill>
                            <a:schemeClr val="accent2">
                              <a:lumMod val="75000"/>
                            </a:schemeClr>
                          </a:solidFill>
                          <a:latin typeface="+mn-lt"/>
                          <a:ea typeface="+mn-lt"/>
                          <a:cs typeface="+mn-lt"/>
                        </a:rPr>
                        <a:t>03</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300" b="0" i="0" u="none" cap="none" spc="0">
                          <a:ln>
                            <a:noFill/>
                          </a:ln>
                          <a:solidFill>
                            <a:prstClr val="black"/>
                          </a:solidFill>
                          <a:latin typeface="+mn-lt"/>
                          <a:ea typeface="+mn-lt"/>
                          <a:cs typeface="+mn-lt"/>
                        </a:rPr>
                        <a:t>Agenda item three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600" b="0" i="0" u="none" cap="none" spc="0">
                          <a:ln>
                            <a:noFill/>
                          </a:ln>
                          <a:solidFill>
                            <a:schemeClr val="accent1"/>
                          </a:solidFill>
                          <a:latin typeface="Roboto Medium"/>
                          <a:ea typeface="Roboto Medium"/>
                          <a:cs typeface="Roboto Medium"/>
                        </a:rPr>
                        <a:t>Speaker name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594360">
                <a:tc>
                  <a:txBody>
                    <a:bodyPr/>
                    <a:lstStyle/>
                    <a:p>
                      <a:pPr marL="0" marR="0" lvl="0" indent="0" algn="l" defTabSz="914400">
                        <a:lnSpc>
                          <a:spcPct val="100000"/>
                        </a:lnSpc>
                        <a:spcBef>
                          <a:spcPts val="0"/>
                        </a:spcBef>
                        <a:spcAft>
                          <a:spcPts val="0"/>
                        </a:spcAft>
                        <a:buClrTx/>
                        <a:buSzTx/>
                        <a:buFontTx/>
                        <a:buNone/>
                      </a:pPr>
                      <a:r>
                        <a:rPr sz="2300" b="0" i="0" u="none" cap="none" spc="0">
                          <a:ln>
                            <a:noFill/>
                          </a:ln>
                          <a:solidFill>
                            <a:schemeClr val="accent2">
                              <a:lumMod val="75000"/>
                            </a:schemeClr>
                          </a:solidFill>
                          <a:latin typeface="+mn-lt"/>
                          <a:ea typeface="+mn-lt"/>
                          <a:cs typeface="+mn-lt"/>
                        </a:rPr>
                        <a:t>04</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300" b="0" i="0" u="none" cap="none" spc="0">
                          <a:ln>
                            <a:noFill/>
                          </a:ln>
                          <a:solidFill>
                            <a:prstClr val="black"/>
                          </a:solidFill>
                          <a:latin typeface="+mn-lt"/>
                          <a:ea typeface="+mn-lt"/>
                          <a:cs typeface="+mn-lt"/>
                        </a:rPr>
                        <a:t>Agenda item four</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600" b="0" i="0" u="none" cap="none" spc="0">
                          <a:ln>
                            <a:noFill/>
                          </a:ln>
                          <a:solidFill>
                            <a:schemeClr val="accent1"/>
                          </a:solidFill>
                          <a:latin typeface="Roboto Medium"/>
                          <a:ea typeface="Roboto Medium"/>
                          <a:cs typeface="Roboto Medium"/>
                        </a:rPr>
                        <a:t>Speaker name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594360">
                <a:tc>
                  <a:txBody>
                    <a:bodyPr/>
                    <a:lstStyle/>
                    <a:p>
                      <a:pPr marL="0" marR="0" lvl="0" indent="0" algn="l" defTabSz="914400">
                        <a:lnSpc>
                          <a:spcPct val="100000"/>
                        </a:lnSpc>
                        <a:spcBef>
                          <a:spcPts val="0"/>
                        </a:spcBef>
                        <a:spcAft>
                          <a:spcPts val="0"/>
                        </a:spcAft>
                        <a:buClrTx/>
                        <a:buSzTx/>
                        <a:buFontTx/>
                        <a:buNone/>
                      </a:pPr>
                      <a:r>
                        <a:rPr sz="2300" b="0" i="0" u="none" cap="none" spc="0">
                          <a:ln>
                            <a:noFill/>
                          </a:ln>
                          <a:solidFill>
                            <a:schemeClr val="accent2">
                              <a:lumMod val="75000"/>
                            </a:schemeClr>
                          </a:solidFill>
                          <a:latin typeface="+mn-lt"/>
                          <a:ea typeface="+mn-lt"/>
                          <a:cs typeface="+mn-lt"/>
                        </a:rPr>
                        <a:t>05</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300" b="0" i="0" u="none" cap="none" spc="0">
                          <a:ln>
                            <a:noFill/>
                          </a:ln>
                          <a:solidFill>
                            <a:prstClr val="black"/>
                          </a:solidFill>
                          <a:latin typeface="+mn-lt"/>
                          <a:ea typeface="+mn-lt"/>
                          <a:cs typeface="+mn-lt"/>
                        </a:rPr>
                        <a:t>Agenda item five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600" b="0" i="0" u="none" cap="none" spc="0">
                          <a:ln>
                            <a:noFill/>
                          </a:ln>
                          <a:solidFill>
                            <a:schemeClr val="accent1"/>
                          </a:solidFill>
                          <a:latin typeface="Roboto Medium"/>
                          <a:ea typeface="Roboto Medium"/>
                          <a:cs typeface="Roboto Medium"/>
                        </a:rPr>
                        <a:t>Speaker name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r h="594360">
                <a:tc>
                  <a:txBody>
                    <a:bodyPr/>
                    <a:lstStyle/>
                    <a:p>
                      <a:pPr marL="0" marR="0" lvl="0" indent="0" algn="l" defTabSz="914400">
                        <a:lnSpc>
                          <a:spcPct val="100000"/>
                        </a:lnSpc>
                        <a:spcBef>
                          <a:spcPts val="0"/>
                        </a:spcBef>
                        <a:spcAft>
                          <a:spcPts val="0"/>
                        </a:spcAft>
                        <a:buClrTx/>
                        <a:buSzTx/>
                        <a:buFontTx/>
                        <a:buNone/>
                      </a:pPr>
                      <a:r>
                        <a:rPr sz="2300" b="0" i="0" u="none" cap="none" spc="0">
                          <a:ln>
                            <a:noFill/>
                          </a:ln>
                          <a:solidFill>
                            <a:schemeClr val="accent2">
                              <a:lumMod val="75000"/>
                            </a:schemeClr>
                          </a:solidFill>
                          <a:latin typeface="+mn-lt"/>
                          <a:ea typeface="+mn-lt"/>
                          <a:cs typeface="+mn-lt"/>
                        </a:rPr>
                        <a:t>06</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2300" b="0" i="0" u="none" cap="none" spc="0">
                          <a:ln>
                            <a:noFill/>
                          </a:ln>
                          <a:solidFill>
                            <a:prstClr val="black"/>
                          </a:solidFill>
                          <a:latin typeface="+mn-lt"/>
                          <a:ea typeface="+mn-lt"/>
                          <a:cs typeface="+mn-lt"/>
                        </a:rPr>
                        <a:t>Agenda item six</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600" b="0" i="0" u="none" cap="none" spc="0">
                          <a:ln>
                            <a:noFill/>
                          </a:ln>
                          <a:solidFill>
                            <a:schemeClr val="accent1"/>
                          </a:solidFill>
                          <a:latin typeface="Roboto Medium"/>
                          <a:ea typeface="Roboto Medium"/>
                          <a:cs typeface="Roboto Medium"/>
                        </a:rPr>
                        <a:t>Speaker name</a:t>
                      </a:r>
                    </a:p>
                  </a:txBody>
                  <a:tcPr marL="0" marR="91440" marT="45720" marB="45720" anchor="ctr">
                    <a:lnL w="12700" cmpd="sng">
                      <a:noFill/>
                    </a:lnL>
                    <a:lnR w="12700" cmpd="sng">
                      <a:noFill/>
                    </a:lnR>
                    <a:lnT w="12700" cmpd="sng">
                      <a:noFill/>
                      <a:prstDash val="solid"/>
                    </a:lnT>
                    <a:lnB w="12700" cmpd="sng">
                      <a:noFill/>
                      <a:prstDash val="solid"/>
                    </a:lnB>
                    <a:lnTlToBr w="12700" cmpd="sng">
                      <a:noFill/>
                      <a:prstDash val="solid"/>
                    </a:lnTlToBr>
                    <a:lnBlToTr w="12700" cmpd="sng">
                      <a:noFill/>
                      <a:prstDash val="solid"/>
                    </a:lnBlToTr>
                    <a:noFill/>
                  </a:tcPr>
                </a:tc>
              </a:tr>
            </a:tbl>
          </a:graphicData>
        </a:graphic>
      </p:graphicFrame>
      <p:sp>
        <p:nvSpPr>
          <p:cNvPr id="4" name="Footer Placeholder 3">
            <a:extLst xmlns:a="http://schemas.openxmlformats.org/drawingml/2006/main">
              <a:ext uri="{FF2B5EF4-FFF2-40B4-BE49-F238E27FC236}">
                <a16:creationId xmlns:a16="http://schemas.microsoft.com/office/drawing/2014/main" id="{F810BED8-CB43-D17C-4D24-32A4B0893D63}"/>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336013370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8480933A-0851-48F3-A8F2-828C46F3BFC8}"/>
              </a:ext>
            </a:extLst>
          </p:cNvPr>
          <p:cNvSpPr>
            <a:spLocks xmlns:a="http://schemas.openxmlformats.org/drawingml/2006/main" noGrp="1"/>
          </p:cNvSpPr>
          <p:nvPr>
            <p:ph idx="1"/>
          </p:nvPr>
        </p:nvSpPr>
        <p:spPr>
          <a:xfrm xmlns:a="http://schemas.openxmlformats.org/drawingml/2006/main">
            <a:off x="393699" y="2812968"/>
            <a:ext cx="5537200" cy="186590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Lorem ipsum dolor sit </a:t>
            </a:r>
            <a:r>
              <a:rPr sz="1600">
                <a:latin typeface="Helvetica Neue"/>
                <a:ea typeface="Helvetica Neue"/>
                <a:cs typeface="Helvetica Neue"/>
              </a:rPr>
              <a:t>amet</a:t>
            </a:r>
            <a:r>
              <a:rPr sz="1600">
                <a:latin typeface="Helvetica Neue"/>
                <a:ea typeface="Helvetica Neue"/>
                <a:cs typeface="Helvetica Neue"/>
              </a:rPr>
              <a:t>, </a:t>
            </a:r>
            <a:r>
              <a:rPr sz="1600">
                <a:latin typeface="Helvetica Neue"/>
                <a:ea typeface="Helvetica Neue"/>
                <a:cs typeface="Helvetica Neue"/>
              </a:rPr>
              <a:t>consectetur</a:t>
            </a:r>
            <a:r>
              <a:rPr sz="1600">
                <a:latin typeface="Helvetica Neue"/>
                <a:ea typeface="Helvetica Neue"/>
                <a:cs typeface="Helvetica Neue"/>
              </a:rPr>
              <a:t> </a:t>
            </a:r>
            <a:r>
              <a:rPr sz="1600">
                <a:latin typeface="Helvetica Neue"/>
                <a:ea typeface="Helvetica Neue"/>
                <a:cs typeface="Helvetica Neue"/>
              </a:rPr>
              <a:t>adipiscing</a:t>
            </a:r>
            <a:r>
              <a:rPr sz="1600">
                <a:latin typeface="Helvetica Neue"/>
                <a:ea typeface="Helvetica Neue"/>
                <a:cs typeface="Helvetica Neue"/>
              </a:rPr>
              <a:t> </a:t>
            </a:r>
            <a:r>
              <a:rPr sz="1600">
                <a:latin typeface="Helvetica Neue"/>
                <a:ea typeface="Helvetica Neue"/>
                <a:cs typeface="Helvetica Neue"/>
              </a:rPr>
              <a:t>elit</a:t>
            </a:r>
            <a:r>
              <a:rPr sz="1600">
                <a:latin typeface="Helvetica Neue"/>
                <a:ea typeface="Helvetica Neue"/>
                <a:cs typeface="Helvetica Neue"/>
              </a:rPr>
              <a:t>. </a:t>
            </a:r>
            <a:r>
              <a:rPr sz="1600">
                <a:latin typeface="Helvetica Neue"/>
                <a:ea typeface="Helvetica Neue"/>
                <a:cs typeface="Helvetica Neue"/>
              </a:rPr>
              <a:t>Pellentesque</a:t>
            </a:r>
            <a:r>
              <a:rPr sz="1600">
                <a:latin typeface="Helvetica Neue"/>
                <a:ea typeface="Helvetica Neue"/>
                <a:cs typeface="Helvetica Neue"/>
              </a:rPr>
              <a:t> </a:t>
            </a:r>
            <a:r>
              <a:rPr sz="1600">
                <a:latin typeface="Helvetica Neue"/>
                <a:ea typeface="Helvetica Neue"/>
                <a:cs typeface="Helvetica Neue"/>
              </a:rPr>
              <a:t>ultricies</a:t>
            </a:r>
            <a:r>
              <a:rPr sz="1600">
                <a:latin typeface="Helvetica Neue"/>
                <a:ea typeface="Helvetica Neue"/>
                <a:cs typeface="Helvetica Neue"/>
              </a:rPr>
              <a:t> </a:t>
            </a:r>
            <a:r>
              <a:rPr sz="1600">
                <a:latin typeface="Helvetica Neue"/>
                <a:ea typeface="Helvetica Neue"/>
                <a:cs typeface="Helvetica Neue"/>
              </a:rPr>
              <a:t>quam</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luctus</a:t>
            </a:r>
            <a:r>
              <a:rPr sz="1600">
                <a:latin typeface="Helvetica Neue"/>
                <a:ea typeface="Helvetica Neue"/>
                <a:cs typeface="Helvetica Neue"/>
              </a:rPr>
              <a:t> cursus. </a:t>
            </a:r>
            <a:r>
              <a:rPr sz="1600">
                <a:latin typeface="Helvetica Neue"/>
                <a:ea typeface="Helvetica Neue"/>
                <a:cs typeface="Helvetica Neue"/>
              </a:rPr>
              <a:t>Nullam</a:t>
            </a:r>
            <a:r>
              <a:rPr sz="1600">
                <a:latin typeface="Helvetica Neue"/>
                <a:ea typeface="Helvetica Neue"/>
                <a:cs typeface="Helvetica Neue"/>
              </a:rPr>
              <a:t> pharetra </a:t>
            </a:r>
            <a:r>
              <a:rPr sz="1600">
                <a:latin typeface="Helvetica Neue"/>
                <a:ea typeface="Helvetica Neue"/>
                <a:cs typeface="Helvetica Neue"/>
              </a:rPr>
              <a:t>mauris</a:t>
            </a:r>
            <a:r>
              <a:rPr sz="1600">
                <a:latin typeface="Helvetica Neue"/>
                <a:ea typeface="Helvetica Neue"/>
                <a:cs typeface="Helvetica Neue"/>
              </a:rPr>
              <a:t> </a:t>
            </a:r>
            <a:r>
              <a:rPr sz="1600">
                <a:latin typeface="Helvetica Neue"/>
                <a:ea typeface="Helvetica Neue"/>
                <a:cs typeface="Helvetica Neue"/>
              </a:rPr>
              <a:t>tortor</a:t>
            </a:r>
            <a:r>
              <a:rPr sz="1600">
                <a:latin typeface="Helvetica Neue"/>
                <a:ea typeface="Helvetica Neue"/>
                <a:cs typeface="Helvetica Neue"/>
              </a:rPr>
              <a:t>. In hac </a:t>
            </a:r>
            <a:r>
              <a:rPr sz="1600">
                <a:latin typeface="Helvetica Neue"/>
                <a:ea typeface="Helvetica Neue"/>
                <a:cs typeface="Helvetica Neue"/>
              </a:rPr>
              <a:t>habitasse</a:t>
            </a:r>
            <a:r>
              <a:rPr sz="1600">
                <a:latin typeface="Helvetica Neue"/>
                <a:ea typeface="Helvetica Neue"/>
                <a:cs typeface="Helvetica Neue"/>
              </a:rPr>
              <a:t> </a:t>
            </a:r>
            <a:r>
              <a:rPr sz="1600">
                <a:latin typeface="Helvetica Neue"/>
                <a:ea typeface="Helvetica Neue"/>
                <a:cs typeface="Helvetica Neue"/>
              </a:rPr>
              <a:t>platea</a:t>
            </a:r>
            <a:r>
              <a:rPr sz="1600">
                <a:latin typeface="Helvetica Neue"/>
                <a:ea typeface="Helvetica Neue"/>
                <a:cs typeface="Helvetica Neue"/>
              </a:rPr>
              <a:t> </a:t>
            </a:r>
            <a:r>
              <a:rPr sz="1600">
                <a:latin typeface="Helvetica Neue"/>
                <a:ea typeface="Helvetica Neue"/>
                <a:cs typeface="Helvetica Neue"/>
              </a:rPr>
              <a:t>dictumst</a:t>
            </a:r>
            <a:r>
              <a:rPr sz="1600">
                <a:latin typeface="Helvetica Neue"/>
                <a:ea typeface="Helvetica Neue"/>
                <a:cs typeface="Helvetica Neue"/>
              </a:rPr>
              <a:t>. Proin </a:t>
            </a:r>
            <a:r>
              <a:rPr sz="1600">
                <a:latin typeface="Helvetica Neue"/>
                <a:ea typeface="Helvetica Neue"/>
                <a:cs typeface="Helvetica Neue"/>
              </a:rPr>
              <a:t>mattis</a:t>
            </a:r>
            <a:r>
              <a:rPr sz="1600">
                <a:latin typeface="Helvetica Neue"/>
                <a:ea typeface="Helvetica Neue"/>
                <a:cs typeface="Helvetica Neue"/>
              </a:rPr>
              <a:t> </a:t>
            </a:r>
            <a:r>
              <a:rPr sz="1600">
                <a:latin typeface="Helvetica Neue"/>
                <a:ea typeface="Helvetica Neue"/>
                <a:cs typeface="Helvetica Neue"/>
              </a:rPr>
              <a:t>nibh</a:t>
            </a:r>
            <a:r>
              <a:rPr sz="1600">
                <a:latin typeface="Helvetica Neue"/>
                <a:ea typeface="Helvetica Neue"/>
                <a:cs typeface="Helvetica Neue"/>
              </a:rPr>
              <a:t> </a:t>
            </a:r>
            <a:r>
              <a:rPr sz="1600">
                <a:latin typeface="Helvetica Neue"/>
                <a:ea typeface="Helvetica Neue"/>
                <a:cs typeface="Helvetica Neue"/>
              </a:rPr>
              <a:t>risus</a:t>
            </a:r>
            <a:r>
              <a:rPr sz="1600">
                <a:latin typeface="Helvetica Neue"/>
                <a:ea typeface="Helvetica Neue"/>
                <a:cs typeface="Helvetica Neue"/>
              </a:rPr>
              <a:t>. </a:t>
            </a:r>
            <a:r>
              <a:rPr sz="1600">
                <a:latin typeface="Helvetica Neue"/>
                <a:ea typeface="Helvetica Neue"/>
                <a:cs typeface="Helvetica Neue"/>
              </a:rPr>
              <a:t>Nulla</a:t>
            </a:r>
            <a:r>
              <a:rPr sz="1600">
                <a:latin typeface="Helvetica Neue"/>
                <a:ea typeface="Helvetica Neue"/>
                <a:cs typeface="Helvetica Neue"/>
              </a:rPr>
              <a:t> </a:t>
            </a:r>
            <a:r>
              <a:rPr sz="1600">
                <a:latin typeface="Helvetica Neue"/>
                <a:ea typeface="Helvetica Neue"/>
                <a:cs typeface="Helvetica Neue"/>
              </a:rPr>
              <a:t>tempor</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elementum</a:t>
            </a:r>
            <a:r>
              <a:rPr sz="1600">
                <a:latin typeface="Helvetica Neue"/>
                <a:ea typeface="Helvetica Neue"/>
                <a:cs typeface="Helvetica Neue"/>
              </a:rPr>
              <a:t> </a:t>
            </a:r>
            <a:r>
              <a:rPr sz="1600">
                <a:latin typeface="Helvetica Neue"/>
                <a:ea typeface="Helvetica Neue"/>
                <a:cs typeface="Helvetica Neue"/>
              </a:rPr>
              <a:t>dapibus</a:t>
            </a:r>
            <a:r>
              <a:rPr sz="1600">
                <a:latin typeface="Helvetica Neue"/>
                <a:ea typeface="Helvetica Neue"/>
                <a:cs typeface="Helvetica Neue"/>
              </a:rPr>
              <a:t>. Nam non ante quis </a:t>
            </a:r>
            <a:r>
              <a:rPr sz="1600">
                <a:latin typeface="Helvetica Neue"/>
                <a:ea typeface="Helvetica Neue"/>
                <a:cs typeface="Helvetica Neue"/>
              </a:rPr>
              <a:t>enim</a:t>
            </a:r>
            <a:r>
              <a:rPr sz="1600">
                <a:latin typeface="Helvetica Neue"/>
                <a:ea typeface="Helvetica Neue"/>
                <a:cs typeface="Helvetica Neue"/>
              </a:rPr>
              <a:t> </a:t>
            </a:r>
            <a:r>
              <a:rPr sz="1600">
                <a:latin typeface="Helvetica Neue"/>
                <a:ea typeface="Helvetica Neue"/>
                <a:cs typeface="Helvetica Neue"/>
              </a:rPr>
              <a:t>fringilla</a:t>
            </a:r>
            <a:r>
              <a:rPr sz="1600">
                <a:latin typeface="Helvetica Neue"/>
                <a:ea typeface="Helvetica Neue"/>
                <a:cs typeface="Helvetica Neue"/>
              </a:rPr>
              <a:t> tempus nec in </a:t>
            </a:r>
            <a:r>
              <a:rPr sz="1600">
                <a:latin typeface="Helvetica Neue"/>
                <a:ea typeface="Helvetica Neue"/>
                <a:cs typeface="Helvetica Neue"/>
              </a:rPr>
              <a:t>lectus</a:t>
            </a:r>
            <a:r>
              <a:rPr sz="1600">
                <a:latin typeface="Helvetica Neue"/>
                <a:ea typeface="Helvetica Neue"/>
                <a:cs typeface="Helvetica Neue"/>
              </a:rPr>
              <a:t>. In hac </a:t>
            </a:r>
            <a:r>
              <a:rPr sz="1600">
                <a:latin typeface="Helvetica Neue"/>
                <a:ea typeface="Helvetica Neue"/>
                <a:cs typeface="Helvetica Neue"/>
              </a:rPr>
              <a:t>habitasse</a:t>
            </a:r>
            <a:r>
              <a:rPr sz="1600">
                <a:latin typeface="Helvetica Neue"/>
                <a:ea typeface="Helvetica Neue"/>
                <a:cs typeface="Helvetica Neue"/>
              </a:rPr>
              <a:t> </a:t>
            </a:r>
            <a:r>
              <a:rPr sz="1600">
                <a:latin typeface="Helvetica Neue"/>
                <a:ea typeface="Helvetica Neue"/>
                <a:cs typeface="Helvetica Neue"/>
              </a:rPr>
              <a:t>platea</a:t>
            </a:r>
            <a:r>
              <a:rPr sz="1600">
                <a:latin typeface="Helvetica Neue"/>
                <a:ea typeface="Helvetica Neue"/>
                <a:cs typeface="Helvetica Neue"/>
              </a:rPr>
              <a:t> </a:t>
            </a:r>
            <a:r>
              <a:rPr sz="1600">
                <a:latin typeface="Helvetica Neue"/>
                <a:ea typeface="Helvetica Neue"/>
                <a:cs typeface="Helvetica Neue"/>
              </a:rPr>
              <a:t>dictumst</a:t>
            </a:r>
            <a:r>
              <a:rPr sz="1600">
                <a:latin typeface="Helvetica Neue"/>
                <a:ea typeface="Helvetica Neue"/>
                <a:cs typeface="Helvetica Neue"/>
              </a:rPr>
              <a:t>. </a:t>
            </a:r>
          </a:p>
          <a:p xmlns:a="http://schemas.openxmlformats.org/drawingml/2006/main">
            <a:pPr marL="0" indent="0">
              <a:lnSpc>
                <a:spcPct val="114000"/>
              </a:lnSpc>
              <a:spcBef>
                <a:spcPts val="0"/>
              </a:spcBef>
              <a:spcAft>
                <a:spcPts val="800"/>
              </a:spcAft>
              <a:buNone/>
            </a:pPr>
            <a:endParaRPr sz="1600">
              <a:latin typeface="Helvetica Neue"/>
              <a:ea typeface="Helvetica Neue"/>
              <a:cs typeface="Helvetica Neue"/>
            </a:endParaRPr>
          </a:p>
        </p:txBody>
      </p:sp>
      <p:sp>
        <p:nvSpPr>
          <p:cNvPr id="532" name="Google Shape;532;p58">
            <a:extLst xmlns:a="http://schemas.openxmlformats.org/drawingml/2006/main">
              <a:ext uri="{FF2B5EF4-FFF2-40B4-BE49-F238E27FC236}">
                <a16:creationId xmlns:a16="http://schemas.microsoft.com/office/drawing/2014/main" id="{3363EC15-C22D-4240-91FE-0B5003236636}"/>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3</a:t>
            </a:fld>
            <a:endParaRPr/>
          </a:p>
        </p:txBody>
      </p:sp>
      <p:sp>
        <p:nvSpPr>
          <p:cNvPr id="2" name="Footer Placeholder 1">
            <a:extLst xmlns:a="http://schemas.openxmlformats.org/drawingml/2006/main">
              <a:ext uri="{FF2B5EF4-FFF2-40B4-BE49-F238E27FC236}">
                <a16:creationId xmlns:a16="http://schemas.microsoft.com/office/drawing/2014/main" id="{51941D6B-3AD0-04BD-76AF-506638666AC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5" name="Google Shape;534;p58">
            <a:extLst xmlns:a="http://schemas.openxmlformats.org/drawingml/2006/main">
              <a:ext uri="{FF2B5EF4-FFF2-40B4-BE49-F238E27FC236}">
                <a16:creationId xmlns:a16="http://schemas.microsoft.com/office/drawing/2014/main" id="{A3548D03-1D0F-655D-DD48-D4BF5C80F44D}"/>
              </a:ext>
            </a:extLst>
          </p:cNvPr>
          <p:cNvSpPr>
            <a:spLocks xmlns:a="http://schemas.openxmlformats.org/drawingml/2006/main" noGrp="1"/>
          </p:cNvSpPr>
          <p:nvPr/>
        </p:nvSpPr>
        <p:spPr>
          <a:xfrm xmlns:a="http://schemas.openxmlformats.org/drawingml/2006/main">
            <a:off x="393700" y="2111025"/>
            <a:ext cx="1844403"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mj-lt"/>
                <a:ea typeface="+mj-lt"/>
                <a:cs typeface="+mj-lt"/>
              </a:rPr>
              <a:t>Quarter Status</a:t>
            </a:r>
            <a:endParaRPr sz="2000">
              <a:latin typeface="+mj-lt"/>
              <a:ea typeface="+mj-lt"/>
              <a:cs typeface="+mj-lt"/>
            </a:endParaRPr>
          </a:p>
        </p:txBody>
      </p:sp>
      <p:sp>
        <p:nvSpPr>
          <p:cNvPr id="6" name="Google Shape;534;p58">
            <a:extLst xmlns:a="http://schemas.openxmlformats.org/drawingml/2006/main">
              <a:ext uri="{FF2B5EF4-FFF2-40B4-BE49-F238E27FC236}">
                <a16:creationId xmlns:a16="http://schemas.microsoft.com/office/drawing/2014/main" id="{4051D0BE-5D22-BCB4-EADF-44F16643D9F5}"/>
              </a:ext>
            </a:extLst>
          </p:cNvPr>
          <p:cNvSpPr>
            <a:spLocks xmlns:a="http://schemas.openxmlformats.org/drawingml/2006/main" noGrp="1"/>
          </p:cNvSpPr>
          <p:nvPr/>
        </p:nvSpPr>
        <p:spPr>
          <a:xfrm xmlns:a="http://schemas.openxmlformats.org/drawingml/2006/main">
            <a:off x="6260109" y="2826992"/>
            <a:ext cx="5537200" cy="100108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Lorem ipsum dolor sit </a:t>
            </a:r>
            <a:r>
              <a:rPr sz="1600">
                <a:latin typeface="Helvetica Neue"/>
                <a:ea typeface="Helvetica Neue"/>
                <a:cs typeface="Helvetica Neue"/>
              </a:rPr>
              <a:t>amet</a:t>
            </a:r>
            <a:r>
              <a:rPr sz="1600">
                <a:latin typeface="Helvetica Neue"/>
                <a:ea typeface="Helvetica Neue"/>
                <a:cs typeface="Helvetica Neue"/>
              </a:rPr>
              <a:t>, </a:t>
            </a:r>
            <a:r>
              <a:rPr sz="1600">
                <a:latin typeface="Helvetica Neue"/>
                <a:ea typeface="Helvetica Neue"/>
                <a:cs typeface="Helvetica Neue"/>
              </a:rPr>
              <a:t>consectetur</a:t>
            </a:r>
            <a:r>
              <a:rPr sz="1600">
                <a:latin typeface="Helvetica Neue"/>
                <a:ea typeface="Helvetica Neue"/>
                <a:cs typeface="Helvetica Neue"/>
              </a:rPr>
              <a:t> </a:t>
            </a:r>
            <a:r>
              <a:rPr sz="1600">
                <a:latin typeface="Helvetica Neue"/>
                <a:ea typeface="Helvetica Neue"/>
                <a:cs typeface="Helvetica Neue"/>
              </a:rPr>
              <a:t>adipiscing</a:t>
            </a:r>
            <a:r>
              <a:rPr sz="1600">
                <a:latin typeface="Helvetica Neue"/>
                <a:ea typeface="Helvetica Neue"/>
                <a:cs typeface="Helvetica Neue"/>
              </a:rPr>
              <a:t> </a:t>
            </a:r>
            <a:r>
              <a:rPr sz="1600">
                <a:latin typeface="Helvetica Neue"/>
                <a:ea typeface="Helvetica Neue"/>
                <a:cs typeface="Helvetica Neue"/>
              </a:rPr>
              <a:t>elit</a:t>
            </a:r>
            <a:r>
              <a:rPr sz="1600">
                <a:latin typeface="Helvetica Neue"/>
                <a:ea typeface="Helvetica Neue"/>
                <a:cs typeface="Helvetica Neue"/>
              </a:rPr>
              <a:t>. </a:t>
            </a:r>
            <a:r>
              <a:rPr sz="1600">
                <a:latin typeface="Helvetica Neue"/>
                <a:ea typeface="Helvetica Neue"/>
                <a:cs typeface="Helvetica Neue"/>
              </a:rPr>
              <a:t>Pellentesque</a:t>
            </a:r>
            <a:r>
              <a:rPr sz="1600">
                <a:latin typeface="Helvetica Neue"/>
                <a:ea typeface="Helvetica Neue"/>
                <a:cs typeface="Helvetica Neue"/>
              </a:rPr>
              <a:t> </a:t>
            </a:r>
            <a:r>
              <a:rPr sz="1600">
                <a:latin typeface="Helvetica Neue"/>
                <a:ea typeface="Helvetica Neue"/>
                <a:cs typeface="Helvetica Neue"/>
              </a:rPr>
              <a:t>ultricies</a:t>
            </a:r>
            <a:r>
              <a:rPr sz="1600">
                <a:latin typeface="Helvetica Neue"/>
                <a:ea typeface="Helvetica Neue"/>
                <a:cs typeface="Helvetica Neue"/>
              </a:rPr>
              <a:t> </a:t>
            </a:r>
            <a:r>
              <a:rPr sz="1600">
                <a:latin typeface="Helvetica Neue"/>
                <a:ea typeface="Helvetica Neue"/>
                <a:cs typeface="Helvetica Neue"/>
              </a:rPr>
              <a:t>quam</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luctus</a:t>
            </a:r>
            <a:r>
              <a:rPr sz="1600">
                <a:latin typeface="Helvetica Neue"/>
                <a:ea typeface="Helvetica Neue"/>
                <a:cs typeface="Helvetica Neue"/>
              </a:rPr>
              <a:t> cursus. </a:t>
            </a:r>
            <a:r>
              <a:rPr sz="1600">
                <a:latin typeface="Helvetica Neue"/>
                <a:ea typeface="Helvetica Neue"/>
                <a:cs typeface="Helvetica Neue"/>
              </a:rPr>
              <a:t>Nullam</a:t>
            </a:r>
            <a:r>
              <a:rPr sz="1600">
                <a:latin typeface="Helvetica Neue"/>
                <a:ea typeface="Helvetica Neue"/>
                <a:cs typeface="Helvetica Neue"/>
              </a:rPr>
              <a:t> pharetra </a:t>
            </a:r>
            <a:r>
              <a:rPr sz="1600">
                <a:latin typeface="Helvetica Neue"/>
                <a:ea typeface="Helvetica Neue"/>
                <a:cs typeface="Helvetica Neue"/>
              </a:rPr>
              <a:t>mauris</a:t>
            </a:r>
            <a:r>
              <a:rPr sz="1600">
                <a:latin typeface="Helvetica Neue"/>
                <a:ea typeface="Helvetica Neue"/>
                <a:cs typeface="Helvetica Neue"/>
              </a:rPr>
              <a:t> </a:t>
            </a:r>
            <a:r>
              <a:rPr sz="1600">
                <a:latin typeface="Helvetica Neue"/>
                <a:ea typeface="Helvetica Neue"/>
                <a:cs typeface="Helvetica Neue"/>
              </a:rPr>
              <a:t>tortor</a:t>
            </a:r>
            <a:r>
              <a:rPr sz="1600">
                <a:latin typeface="Helvetica Neue"/>
                <a:ea typeface="Helvetica Neue"/>
                <a:cs typeface="Helvetica Neue"/>
              </a:rPr>
              <a:t>. In hac </a:t>
            </a:r>
            <a:r>
              <a:rPr sz="1600">
                <a:latin typeface="Helvetica Neue"/>
                <a:ea typeface="Helvetica Neue"/>
                <a:cs typeface="Helvetica Neue"/>
              </a:rPr>
              <a:t>habitasse</a:t>
            </a:r>
            <a:r>
              <a:rPr sz="1600">
                <a:latin typeface="Helvetica Neue"/>
                <a:ea typeface="Helvetica Neue"/>
                <a:cs typeface="Helvetica Neue"/>
              </a:rPr>
              <a:t> </a:t>
            </a:r>
            <a:r>
              <a:rPr sz="1600">
                <a:latin typeface="Helvetica Neue"/>
                <a:ea typeface="Helvetica Neue"/>
                <a:cs typeface="Helvetica Neue"/>
              </a:rPr>
              <a:t>platea</a:t>
            </a:r>
            <a:r>
              <a:rPr sz="1600">
                <a:latin typeface="Helvetica Neue"/>
                <a:ea typeface="Helvetica Neue"/>
                <a:cs typeface="Helvetica Neue"/>
              </a:rPr>
              <a:t> </a:t>
            </a:r>
            <a:r>
              <a:rPr sz="1600">
                <a:latin typeface="Helvetica Neue"/>
                <a:ea typeface="Helvetica Neue"/>
                <a:cs typeface="Helvetica Neue"/>
              </a:rPr>
              <a:t>dictumst</a:t>
            </a:r>
            <a:r>
              <a:rPr sz="1600">
                <a:latin typeface="Helvetica Neue"/>
                <a:ea typeface="Helvetica Neue"/>
                <a:cs typeface="Helvetica Neue"/>
              </a:rPr>
              <a:t>.</a:t>
            </a:r>
          </a:p>
          <a:p xmlns:a="http://schemas.openxmlformats.org/drawingml/2006/main">
            <a:pPr marL="0" indent="0">
              <a:lnSpc>
                <a:spcPct val="114000"/>
              </a:lnSpc>
              <a:spcBef>
                <a:spcPts val="0"/>
              </a:spcBef>
              <a:spcAft>
                <a:spcPts val="800"/>
              </a:spcAft>
              <a:buFont typeface="Arial"/>
              <a:buNone/>
            </a:pPr>
            <a:endParaRPr sz="1600">
              <a:latin typeface="Helvetica Neue"/>
              <a:ea typeface="Helvetica Neue"/>
              <a:cs typeface="Helvetica Neue"/>
            </a:endParaRPr>
          </a:p>
        </p:txBody>
      </p:sp>
      <p:sp>
        <p:nvSpPr>
          <p:cNvPr id="7" name="Google Shape;534;p58">
            <a:extLst xmlns:a="http://schemas.openxmlformats.org/drawingml/2006/main">
              <a:ext uri="{FF2B5EF4-FFF2-40B4-BE49-F238E27FC236}">
                <a16:creationId xmlns:a16="http://schemas.microsoft.com/office/drawing/2014/main" id="{EE26938C-7FB7-798D-7C48-988932737F6D}"/>
              </a:ext>
            </a:extLst>
          </p:cNvPr>
          <p:cNvSpPr>
            <a:spLocks xmlns:a="http://schemas.openxmlformats.org/drawingml/2006/main" noGrp="1"/>
          </p:cNvSpPr>
          <p:nvPr/>
        </p:nvSpPr>
        <p:spPr>
          <a:xfrm xmlns:a="http://schemas.openxmlformats.org/drawingml/2006/main">
            <a:off x="6260109" y="2344035"/>
            <a:ext cx="5537200"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mj-lt"/>
                <a:ea typeface="+mj-lt"/>
                <a:cs typeface="+mj-lt"/>
              </a:rPr>
              <a:t>The Single Most Important Insight</a:t>
            </a:r>
            <a:endParaRPr sz="2000">
              <a:latin typeface="+mj-lt"/>
              <a:ea typeface="+mj-lt"/>
              <a:cs typeface="+mj-lt"/>
            </a:endParaRPr>
          </a:p>
        </p:txBody>
      </p:sp>
      <p:sp>
        <p:nvSpPr>
          <p:cNvPr id="10" name="Title 2">
            <a:extLst xmlns:a="http://schemas.openxmlformats.org/drawingml/2006/main">
              <a:ext uri="{FF2B5EF4-FFF2-40B4-BE49-F238E27FC236}">
                <a16:creationId xmlns:a16="http://schemas.microsoft.com/office/drawing/2014/main" id="{944AF173-BF22-B5ED-B88F-9080D8699E64}"/>
              </a:ext>
            </a:extLst>
          </p:cNvPr>
          <p:cNvSpPr>
            <a:spLocks xmlns:a="http://schemas.openxmlformats.org/drawingml/2006/main" noGrp="1"/>
          </p:cNvSpPr>
          <p:nvPr>
            <p:ph type="title" idx="0"/>
          </p:nvPr>
        </p:nvSpPr>
        <p:spPr>
          <a:xfrm xmlns:a="http://schemas.openxmlformats.org/drawingml/2006/main">
            <a:off x="393699" y="1046195"/>
            <a:ext cx="11403610" cy="623819"/>
          </a:xfrm>
        </p:spPr>
        <p:txBody>
          <a:bodyPr xmlns:a="http://schemas.openxmlformats.org/drawingml/2006/main">
            <a:normAutofit/>
          </a:bodyPr>
          <a:lstStyle xmlns:a="http://schemas.openxmlformats.org/drawingml/2006/main"/>
          <a:p xmlns:a="http://schemas.openxmlformats.org/drawingml/2006/main">
            <a:r>
              <a:t>Quarter recap, verdict and asks</a:t>
            </a:r>
          </a:p>
        </p:txBody>
      </p:sp>
      <p:sp>
        <p:nvSpPr>
          <p:cNvPr id="11" name="Subtitle 4">
            <a:extLst xmlns:a="http://schemas.openxmlformats.org/drawingml/2006/main">
              <a:ext uri="{FF2B5EF4-FFF2-40B4-BE49-F238E27FC236}">
                <a16:creationId xmlns:a16="http://schemas.microsoft.com/office/drawing/2014/main" id="{42E9C51D-AB09-8D83-4157-006D57137348}"/>
              </a:ext>
            </a:extLst>
          </p:cNvPr>
          <p:cNvSpPr>
            <a:spLocks xmlns:a="http://schemas.openxmlformats.org/drawingml/2006/main" noGrp="1"/>
          </p:cNvSpPr>
          <p:nvPr/>
        </p:nvSpPr>
        <p:spPr>
          <a:xfrm xmlns:a="http://schemas.openxmlformats.org/drawingml/2006/main">
            <a:off x="393699" y="392242"/>
            <a:ext cx="3578411" cy="34517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solidFill>
                  <a:schemeClr val="accent1"/>
                </a:solidFill>
                <a:latin typeface="Roboto Medium"/>
                <a:ea typeface="Roboto Medium"/>
                <a:cs typeface="Roboto Medium"/>
              </a:rPr>
              <a:t>Executive Summary</a:t>
            </a:r>
          </a:p>
        </p:txBody>
      </p:sp>
      <p:sp>
        <p:nvSpPr>
          <p:cNvPr id="15" name="Straight Connector 14">
            <a:extLst xmlns:a="http://schemas.openxmlformats.org/drawingml/2006/main">
              <a:ext uri="{FF2B5EF4-FFF2-40B4-BE49-F238E27FC236}">
                <a16:creationId xmlns:a16="http://schemas.microsoft.com/office/drawing/2014/main" id="{2FE7BE60-D509-4753-B59C-78BC58EF1F71}"/>
              </a:ext>
            </a:extLst>
          </p:cNvPr>
          <p:cNvSpPr>
            <a:spLocks xmlns:a="http://schemas.openxmlformats.org/drawingml/2006/main" noGrp="1"/>
          </p:cNvSpPr>
          <p:nvPr/>
        </p:nvSpPr>
        <p:spPr>
          <a:xfrm xmlns:a="http://schemas.openxmlformats.org/drawingml/2006/main">
            <a:off x="6261100" y="4039769"/>
            <a:ext cx="5537200" cy="0"/>
          </a:xfrm>
          <a:prstGeom xmlns:a="http://schemas.openxmlformats.org/drawingml/2006/main" prst="line">
            <a:avLst/>
          </a:prstGeom>
          <a:ln xmlns:a="http://schemas.openxmlformats.org/drawingml/2006/main" w="12700">
            <a:solidFill>
              <a:schemeClr val="accent2">
                <a:lumMod val="90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Google Shape;534;p58">
            <a:extLst xmlns:a="http://schemas.openxmlformats.org/drawingml/2006/main">
              <a:ext uri="{FF2B5EF4-FFF2-40B4-BE49-F238E27FC236}">
                <a16:creationId xmlns:a16="http://schemas.microsoft.com/office/drawing/2014/main" id="{108E1773-B682-C5EE-6944-58546A384F37}"/>
              </a:ext>
            </a:extLst>
          </p:cNvPr>
          <p:cNvSpPr>
            <a:spLocks xmlns:a="http://schemas.openxmlformats.org/drawingml/2006/main" noGrp="1"/>
          </p:cNvSpPr>
          <p:nvPr/>
        </p:nvSpPr>
        <p:spPr>
          <a:xfrm xmlns:a="http://schemas.openxmlformats.org/drawingml/2006/main">
            <a:off x="6260109" y="4867987"/>
            <a:ext cx="5537200" cy="120023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Lorem ipsum dolor sit </a:t>
            </a:r>
            <a:r>
              <a:rPr sz="1600">
                <a:latin typeface="Helvetica Neue"/>
                <a:ea typeface="Helvetica Neue"/>
                <a:cs typeface="Helvetica Neue"/>
              </a:rPr>
              <a:t>amet</a:t>
            </a:r>
            <a:r>
              <a:rPr sz="1600">
                <a:latin typeface="Helvetica Neue"/>
                <a:ea typeface="Helvetica Neue"/>
                <a:cs typeface="Helvetica Neue"/>
              </a:rPr>
              <a:t>, </a:t>
            </a:r>
            <a:r>
              <a:rPr sz="1600">
                <a:latin typeface="Helvetica Neue"/>
                <a:ea typeface="Helvetica Neue"/>
                <a:cs typeface="Helvetica Neue"/>
              </a:rPr>
              <a:t>consectetur</a:t>
            </a:r>
            <a:r>
              <a:rPr sz="1600">
                <a:latin typeface="Helvetica Neue"/>
                <a:ea typeface="Helvetica Neue"/>
                <a:cs typeface="Helvetica Neue"/>
              </a:rPr>
              <a:t> </a:t>
            </a:r>
            <a:r>
              <a:rPr sz="1600">
                <a:latin typeface="Helvetica Neue"/>
                <a:ea typeface="Helvetica Neue"/>
                <a:cs typeface="Helvetica Neue"/>
              </a:rPr>
              <a:t>adipiscing</a:t>
            </a:r>
            <a:r>
              <a:rPr sz="1600">
                <a:latin typeface="Helvetica Neue"/>
                <a:ea typeface="Helvetica Neue"/>
                <a:cs typeface="Helvetica Neue"/>
              </a:rPr>
              <a:t> </a:t>
            </a:r>
            <a:r>
              <a:rPr sz="1600">
                <a:latin typeface="Helvetica Neue"/>
                <a:ea typeface="Helvetica Neue"/>
                <a:cs typeface="Helvetica Neue"/>
              </a:rPr>
              <a:t>elit</a:t>
            </a:r>
            <a:r>
              <a:rPr sz="1600">
                <a:latin typeface="Helvetica Neue"/>
                <a:ea typeface="Helvetica Neue"/>
                <a:cs typeface="Helvetica Neue"/>
              </a:rPr>
              <a:t>. </a:t>
            </a:r>
            <a:r>
              <a:rPr sz="1600">
                <a:latin typeface="Helvetica Neue"/>
                <a:ea typeface="Helvetica Neue"/>
                <a:cs typeface="Helvetica Neue"/>
              </a:rPr>
              <a:t>Pellentesque</a:t>
            </a:r>
            <a:r>
              <a:rPr sz="1600">
                <a:latin typeface="Helvetica Neue"/>
                <a:ea typeface="Helvetica Neue"/>
                <a:cs typeface="Helvetica Neue"/>
              </a:rPr>
              <a:t> </a:t>
            </a:r>
            <a:r>
              <a:rPr sz="1600">
                <a:latin typeface="Helvetica Neue"/>
                <a:ea typeface="Helvetica Neue"/>
                <a:cs typeface="Helvetica Neue"/>
              </a:rPr>
              <a:t>ultricies</a:t>
            </a:r>
            <a:r>
              <a:rPr sz="1600">
                <a:latin typeface="Helvetica Neue"/>
                <a:ea typeface="Helvetica Neue"/>
                <a:cs typeface="Helvetica Neue"/>
              </a:rPr>
              <a:t> </a:t>
            </a:r>
            <a:r>
              <a:rPr sz="1600">
                <a:latin typeface="Helvetica Neue"/>
                <a:ea typeface="Helvetica Neue"/>
                <a:cs typeface="Helvetica Neue"/>
              </a:rPr>
              <a:t>quam</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luctus</a:t>
            </a:r>
            <a:r>
              <a:rPr sz="1600">
                <a:latin typeface="Helvetica Neue"/>
                <a:ea typeface="Helvetica Neue"/>
                <a:cs typeface="Helvetica Neue"/>
              </a:rPr>
              <a:t> cursus. </a:t>
            </a:r>
            <a:r>
              <a:rPr sz="1600">
                <a:latin typeface="Helvetica Neue"/>
                <a:ea typeface="Helvetica Neue"/>
                <a:cs typeface="Helvetica Neue"/>
              </a:rPr>
              <a:t>Nullam</a:t>
            </a:r>
            <a:r>
              <a:rPr sz="1600">
                <a:latin typeface="Helvetica Neue"/>
                <a:ea typeface="Helvetica Neue"/>
                <a:cs typeface="Helvetica Neue"/>
              </a:rPr>
              <a:t> pharetra </a:t>
            </a:r>
            <a:r>
              <a:rPr sz="1600">
                <a:latin typeface="Helvetica Neue"/>
                <a:ea typeface="Helvetica Neue"/>
                <a:cs typeface="Helvetica Neue"/>
              </a:rPr>
              <a:t>mauris</a:t>
            </a:r>
            <a:r>
              <a:rPr sz="1600">
                <a:latin typeface="Helvetica Neue"/>
                <a:ea typeface="Helvetica Neue"/>
                <a:cs typeface="Helvetica Neue"/>
              </a:rPr>
              <a:t> </a:t>
            </a:r>
            <a:r>
              <a:rPr sz="1600">
                <a:latin typeface="Helvetica Neue"/>
                <a:ea typeface="Helvetica Neue"/>
                <a:cs typeface="Helvetica Neue"/>
              </a:rPr>
              <a:t>tortor</a:t>
            </a:r>
            <a:r>
              <a:rPr sz="1600">
                <a:latin typeface="Helvetica Neue"/>
                <a:ea typeface="Helvetica Neue"/>
                <a:cs typeface="Helvetica Neue"/>
              </a:rPr>
              <a:t>. In hac </a:t>
            </a:r>
            <a:r>
              <a:rPr sz="1600">
                <a:latin typeface="Helvetica Neue"/>
                <a:ea typeface="Helvetica Neue"/>
                <a:cs typeface="Helvetica Neue"/>
              </a:rPr>
              <a:t>habitasse</a:t>
            </a:r>
            <a:r>
              <a:rPr sz="1600">
                <a:latin typeface="Helvetica Neue"/>
                <a:ea typeface="Helvetica Neue"/>
                <a:cs typeface="Helvetica Neue"/>
              </a:rPr>
              <a:t> </a:t>
            </a:r>
            <a:r>
              <a:rPr sz="1600">
                <a:latin typeface="Helvetica Neue"/>
                <a:ea typeface="Helvetica Neue"/>
                <a:cs typeface="Helvetica Neue"/>
              </a:rPr>
              <a:t>platea</a:t>
            </a:r>
            <a:r>
              <a:rPr sz="1600">
                <a:latin typeface="Helvetica Neue"/>
                <a:ea typeface="Helvetica Neue"/>
                <a:cs typeface="Helvetica Neue"/>
              </a:rPr>
              <a:t> </a:t>
            </a:r>
            <a:r>
              <a:rPr sz="1600">
                <a:latin typeface="Helvetica Neue"/>
                <a:ea typeface="Helvetica Neue"/>
                <a:cs typeface="Helvetica Neue"/>
              </a:rPr>
              <a:t>dictumst</a:t>
            </a:r>
            <a:r>
              <a:rPr sz="1600">
                <a:latin typeface="Helvetica Neue"/>
                <a:ea typeface="Helvetica Neue"/>
                <a:cs typeface="Helvetica Neue"/>
              </a:rPr>
              <a:t>.</a:t>
            </a:r>
          </a:p>
          <a:p xmlns:a="http://schemas.openxmlformats.org/drawingml/2006/main">
            <a:pPr marL="0" indent="0">
              <a:lnSpc>
                <a:spcPct val="114000"/>
              </a:lnSpc>
              <a:spcBef>
                <a:spcPts val="0"/>
              </a:spcBef>
              <a:spcAft>
                <a:spcPts val="800"/>
              </a:spcAft>
              <a:buFont typeface="Arial"/>
              <a:buNone/>
            </a:pPr>
            <a:endParaRPr sz="1600">
              <a:latin typeface="Helvetica Neue"/>
              <a:ea typeface="Helvetica Neue"/>
              <a:cs typeface="Helvetica Neue"/>
            </a:endParaRPr>
          </a:p>
        </p:txBody>
      </p:sp>
      <p:sp>
        <p:nvSpPr>
          <p:cNvPr id="17" name="Google Shape;534;p58">
            <a:extLst xmlns:a="http://schemas.openxmlformats.org/drawingml/2006/main">
              <a:ext uri="{FF2B5EF4-FFF2-40B4-BE49-F238E27FC236}">
                <a16:creationId xmlns:a16="http://schemas.microsoft.com/office/drawing/2014/main" id="{1C1F2FD8-0D30-C7BF-5234-6F0EE46F0DC3}"/>
              </a:ext>
            </a:extLst>
          </p:cNvPr>
          <p:cNvSpPr>
            <a:spLocks xmlns:a="http://schemas.openxmlformats.org/drawingml/2006/main" noGrp="1"/>
          </p:cNvSpPr>
          <p:nvPr/>
        </p:nvSpPr>
        <p:spPr>
          <a:xfrm xmlns:a="http://schemas.openxmlformats.org/drawingml/2006/main">
            <a:off x="6260109" y="4385030"/>
            <a:ext cx="5537200"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mj-lt"/>
                <a:ea typeface="+mj-lt"/>
                <a:cs typeface="+mj-lt"/>
              </a:rPr>
              <a:t>The Leadership Decision Required</a:t>
            </a:r>
            <a:endParaRPr sz="2000">
              <a:latin typeface="+mj-lt"/>
              <a:ea typeface="+mj-lt"/>
              <a:cs typeface="+mj-lt"/>
            </a:endParaRPr>
          </a:p>
        </p:txBody>
      </p:sp>
      <p:sp>
        <p:nvSpPr>
          <p:cNvPr id="3" name="Rounded Rectangle 2">
            <a:extLst xmlns:a="http://schemas.openxmlformats.org/drawingml/2006/main">
              <a:ext uri="{FF2B5EF4-FFF2-40B4-BE49-F238E27FC236}">
                <a16:creationId xmlns:a16="http://schemas.microsoft.com/office/drawing/2014/main" id="{F16B487F-1A7A-C301-4AB8-8DC1C19839AB}"/>
              </a:ext>
            </a:extLst>
          </p:cNvPr>
          <p:cNvSpPr>
            <a:spLocks xmlns:a="http://schemas.openxmlformats.org/drawingml/2006/main" noGrp="1"/>
          </p:cNvSpPr>
          <p:nvPr/>
        </p:nvSpPr>
        <p:spPr>
          <a:xfrm xmlns:a="http://schemas.openxmlformats.org/drawingml/2006/main">
            <a:off x="2349499" y="2093356"/>
            <a:ext cx="2271780" cy="402442"/>
          </a:xfrm>
          <a:prstGeom xmlns:a="http://schemas.openxmlformats.org/drawingml/2006/main" prst="roundRect">
            <a:avLst>
              <a:gd name="adj" fmla="val 15738"/>
            </a:avLst>
          </a:prstGeom>
          <a:solidFill xmlns:a="http://schemas.openxmlformats.org/drawingml/2006/main">
            <a:schemeClr val="accent1">
              <a:alpha val="24648"/>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a:solidFill>
                  <a:schemeClr val="accent1"/>
                </a:solidFill>
              </a:rPr>
              <a:t>Status copy here</a:t>
            </a:r>
          </a:p>
        </p:txBody>
      </p:sp>
      <p:sp>
        <p:nvSpPr>
          <p:cNvPr id="14" name="TextBox 13">
            <a:extLst xmlns:a="http://schemas.openxmlformats.org/drawingml/2006/main">
              <a:ext uri="{FF2B5EF4-FFF2-40B4-BE49-F238E27FC236}">
                <a16:creationId xmlns:a16="http://schemas.microsoft.com/office/drawing/2014/main" id="{F3AF61EC-DBA0-BFB1-3293-0BF5DB670691}"/>
              </a:ext>
            </a:extLst>
          </p:cNvPr>
          <p:cNvSpPr>
            <a:spLocks xmlns:a="http://schemas.openxmlformats.org/drawingml/2006/main" noGrp="1"/>
          </p:cNvSpPr>
          <p:nvPr/>
        </p:nvSpPr>
        <p:spPr>
          <a:xfrm xmlns:a="http://schemas.openxmlformats.org/drawingml/2006/main">
            <a:off x="393699" y="4756098"/>
            <a:ext cx="5537199" cy="29416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800" b="0" i="0" u="none" cap="none" spc="0">
                <a:ln>
                  <a:noFill/>
                </a:ln>
                <a:solidFill>
                  <a:srgbClr val="3357B8"/>
                </a:solidFill>
                <a:latin typeface="Helvetica Neue Medium"/>
                <a:ea typeface="Helvetica Neue Medium"/>
                <a:cs typeface="Helvetica Neue Medium"/>
              </a:rPr>
              <a:t>Bottom line</a:t>
            </a:r>
          </a:p>
        </p:txBody>
      </p:sp>
      <p:sp>
        <p:nvSpPr>
          <p:cNvPr id="18" name="Google Shape;534;p58">
            <a:extLst xmlns:a="http://schemas.openxmlformats.org/drawingml/2006/main">
              <a:ext uri="{FF2B5EF4-FFF2-40B4-BE49-F238E27FC236}">
                <a16:creationId xmlns:a16="http://schemas.microsoft.com/office/drawing/2014/main" id="{47E14DB1-10CD-1A00-06DC-F11F90562A04}"/>
              </a:ext>
            </a:extLst>
          </p:cNvPr>
          <p:cNvSpPr>
            <a:spLocks xmlns:a="http://schemas.openxmlformats.org/drawingml/2006/main" noGrp="1"/>
          </p:cNvSpPr>
          <p:nvPr/>
        </p:nvSpPr>
        <p:spPr>
          <a:xfrm xmlns:a="http://schemas.openxmlformats.org/drawingml/2006/main">
            <a:off x="386251" y="5134071"/>
            <a:ext cx="5537200" cy="86032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Lorem ipsum dolor sit </a:t>
            </a:r>
            <a:r>
              <a:rPr sz="1600">
                <a:latin typeface="Helvetica Neue"/>
                <a:ea typeface="Helvetica Neue"/>
                <a:cs typeface="Helvetica Neue"/>
              </a:rPr>
              <a:t>amet</a:t>
            </a:r>
            <a:r>
              <a:rPr sz="1600">
                <a:latin typeface="Helvetica Neue"/>
                <a:ea typeface="Helvetica Neue"/>
                <a:cs typeface="Helvetica Neue"/>
              </a:rPr>
              <a:t>, </a:t>
            </a:r>
            <a:r>
              <a:rPr sz="1600">
                <a:latin typeface="Helvetica Neue"/>
                <a:ea typeface="Helvetica Neue"/>
                <a:cs typeface="Helvetica Neue"/>
              </a:rPr>
              <a:t>consectetur</a:t>
            </a:r>
            <a:r>
              <a:rPr sz="1600">
                <a:latin typeface="Helvetica Neue"/>
                <a:ea typeface="Helvetica Neue"/>
                <a:cs typeface="Helvetica Neue"/>
              </a:rPr>
              <a:t> </a:t>
            </a:r>
            <a:r>
              <a:rPr sz="1600">
                <a:latin typeface="Helvetica Neue"/>
                <a:ea typeface="Helvetica Neue"/>
                <a:cs typeface="Helvetica Neue"/>
              </a:rPr>
              <a:t>adipiscing</a:t>
            </a:r>
            <a:r>
              <a:rPr sz="1600">
                <a:latin typeface="Helvetica Neue"/>
                <a:ea typeface="Helvetica Neue"/>
                <a:cs typeface="Helvetica Neue"/>
              </a:rPr>
              <a:t> </a:t>
            </a:r>
            <a:r>
              <a:rPr sz="1600">
                <a:latin typeface="Helvetica Neue"/>
                <a:ea typeface="Helvetica Neue"/>
                <a:cs typeface="Helvetica Neue"/>
              </a:rPr>
              <a:t>elit</a:t>
            </a:r>
            <a:r>
              <a:rPr sz="1600">
                <a:latin typeface="Helvetica Neue"/>
                <a:ea typeface="Helvetica Neue"/>
                <a:cs typeface="Helvetica Neue"/>
              </a:rPr>
              <a:t>. </a:t>
            </a:r>
            <a:r>
              <a:rPr sz="1600">
                <a:latin typeface="Helvetica Neue"/>
                <a:ea typeface="Helvetica Neue"/>
                <a:cs typeface="Helvetica Neue"/>
              </a:rPr>
              <a:t>Pellentesque</a:t>
            </a:r>
            <a:r>
              <a:rPr sz="1600">
                <a:latin typeface="Helvetica Neue"/>
                <a:ea typeface="Helvetica Neue"/>
                <a:cs typeface="Helvetica Neue"/>
              </a:rPr>
              <a:t> </a:t>
            </a:r>
            <a:r>
              <a:rPr sz="1600">
                <a:latin typeface="Helvetica Neue"/>
                <a:ea typeface="Helvetica Neue"/>
                <a:cs typeface="Helvetica Neue"/>
              </a:rPr>
              <a:t>ultricies</a:t>
            </a:r>
            <a:r>
              <a:rPr sz="1600">
                <a:latin typeface="Helvetica Neue"/>
                <a:ea typeface="Helvetica Neue"/>
                <a:cs typeface="Helvetica Neue"/>
              </a:rPr>
              <a:t> </a:t>
            </a:r>
            <a:r>
              <a:rPr sz="1600">
                <a:latin typeface="Helvetica Neue"/>
                <a:ea typeface="Helvetica Neue"/>
                <a:cs typeface="Helvetica Neue"/>
              </a:rPr>
              <a:t>quam</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luctus</a:t>
            </a:r>
            <a:r>
              <a:rPr sz="1600">
                <a:latin typeface="Helvetica Neue"/>
                <a:ea typeface="Helvetica Neue"/>
                <a:cs typeface="Helvetica Neue"/>
              </a:rPr>
              <a:t> cursus.</a:t>
            </a:r>
          </a:p>
        </p:txBody>
      </p:sp>
    </p:spTree>
    <p:extLst>
      <p:ext uri="{BB962C8B-B14F-4D97-AF65-F5344CB8AC3E}">
        <p14:creationId xmlns:p14="http://schemas.microsoft.com/office/powerpoint/2010/main" val="34267723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AD38C25-48AC-5A29-D53A-82080FAF926E}"/>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4</a:t>
            </a:fld>
            <a:endParaRPr/>
          </a:p>
        </p:txBody>
      </p:sp>
      <p:sp>
        <p:nvSpPr>
          <p:cNvPr id="533" name="Google Shape;533;p58">
            <a:extLst xmlns:a="http://schemas.openxmlformats.org/drawingml/2006/main">
              <a:ext uri="{FF2B5EF4-FFF2-40B4-BE49-F238E27FC236}">
                <a16:creationId xmlns:a16="http://schemas.microsoft.com/office/drawing/2014/main" id="{33E8FE18-95DE-C7EA-9E95-10B82189367E}"/>
              </a:ext>
            </a:extLst>
          </p:cNvPr>
          <p:cNvSpPr>
            <a:spLocks xmlns:a="http://schemas.openxmlformats.org/drawingml/2006/main" noGrp="1"/>
          </p:cNvSpPr>
          <p:nvPr>
            <p:ph type="title" idx="0"/>
          </p:nvPr>
        </p:nvSpPr>
        <p:spPr>
          <a:xfrm xmlns:a="http://schemas.openxmlformats.org/drawingml/2006/main">
            <a:off x="393699" y="344009"/>
            <a:ext cx="11404599" cy="5957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a:solidFill>
                  <a:schemeClr val="accent1"/>
                </a:solidFill>
              </a:rPr>
              <a:t>Intro and 2x2 card grid</a:t>
            </a:r>
            <a:endParaRPr>
              <a:solidFill>
                <a:schemeClr val="accent1"/>
              </a:solidFill>
            </a:endParaRPr>
          </a:p>
        </p:txBody>
      </p:sp>
      <p:sp>
        <p:nvSpPr>
          <p:cNvPr id="7" name="Rounded Rectangle 6">
            <a:extLst xmlns:a="http://schemas.openxmlformats.org/drawingml/2006/main">
              <a:ext uri="{FF2B5EF4-FFF2-40B4-BE49-F238E27FC236}">
                <a16:creationId xmlns:a16="http://schemas.microsoft.com/office/drawing/2014/main" id="{9E3149F3-A7D7-BC8F-C84C-4A4E60EA2799}"/>
              </a:ext>
            </a:extLst>
          </p:cNvPr>
          <p:cNvSpPr>
            <a:spLocks xmlns:a="http://schemas.openxmlformats.org/drawingml/2006/main" noGrp="1"/>
          </p:cNvSpPr>
          <p:nvPr/>
        </p:nvSpPr>
        <p:spPr>
          <a:xfrm xmlns:a="http://schemas.openxmlformats.org/drawingml/2006/main">
            <a:off x="6264412" y="253749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9" name="Rounded Rectangle 8">
            <a:extLst xmlns:a="http://schemas.openxmlformats.org/drawingml/2006/main">
              <a:ext uri="{FF2B5EF4-FFF2-40B4-BE49-F238E27FC236}">
                <a16:creationId xmlns:a16="http://schemas.microsoft.com/office/drawing/2014/main" id="{5CD1077A-BBDF-3B07-D940-FA5482CB0124}"/>
              </a:ext>
            </a:extLst>
          </p:cNvPr>
          <p:cNvSpPr>
            <a:spLocks xmlns:a="http://schemas.openxmlformats.org/drawingml/2006/main" noGrp="1"/>
          </p:cNvSpPr>
          <p:nvPr/>
        </p:nvSpPr>
        <p:spPr>
          <a:xfrm xmlns:a="http://schemas.openxmlformats.org/drawingml/2006/main">
            <a:off x="409043" y="253749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0" name="Content Placeholder 10">
            <a:extLst xmlns:a="http://schemas.openxmlformats.org/drawingml/2006/main">
              <a:ext uri="{FF2B5EF4-FFF2-40B4-BE49-F238E27FC236}">
                <a16:creationId xmlns:a16="http://schemas.microsoft.com/office/drawing/2014/main" id="{B54A841D-1EA0-6181-C778-7C851CA6E64E}"/>
              </a:ext>
            </a:extLst>
          </p:cNvPr>
          <p:cNvSpPr>
            <a:spLocks xmlns:a="http://schemas.openxmlformats.org/drawingml/2006/main" noGrp="1"/>
          </p:cNvSpPr>
          <p:nvPr/>
        </p:nvSpPr>
        <p:spPr>
          <a:xfrm xmlns:a="http://schemas.openxmlformats.org/drawingml/2006/main">
            <a:off x="706278" y="3250891"/>
            <a:ext cx="4986886" cy="59753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Lorem ipsum dolor sit </a:t>
            </a:r>
            <a:r>
              <a:rPr sz="1600" b="0" i="0" u="none" cap="none" spc="0">
                <a:ln>
                  <a:noFill/>
                </a:ln>
                <a:latin typeface="Helvetica Neue"/>
                <a:ea typeface="Helvetica Neue"/>
                <a:cs typeface="Helvetica Neue"/>
              </a:rPr>
              <a:t>amet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consectetur</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adipiscing</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elit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Pellentesque</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ultricies</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quam</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massa</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luctus</a:t>
            </a:r>
            <a:r>
              <a:rPr sz="1600" b="0" i="0" u="none" cap="none" spc="0">
                <a:ln>
                  <a:noFill/>
                </a:ln>
                <a:latin typeface="Helvetica Neue"/>
                <a:ea typeface="Helvetica Neue"/>
                <a:cs typeface="Helvetica Neue"/>
              </a:rPr>
              <a:t>. </a:t>
            </a:r>
          </a:p>
        </p:txBody>
      </p:sp>
      <p:sp>
        <p:nvSpPr>
          <p:cNvPr id="2" name="Rounded Rectangle 1">
            <a:extLst xmlns:a="http://schemas.openxmlformats.org/drawingml/2006/main">
              <a:ext uri="{FF2B5EF4-FFF2-40B4-BE49-F238E27FC236}">
                <a16:creationId xmlns:a16="http://schemas.microsoft.com/office/drawing/2014/main" id="{B4E203EC-EB81-96EF-66AB-3B6012B4B3EF}"/>
              </a:ext>
            </a:extLst>
          </p:cNvPr>
          <p:cNvSpPr>
            <a:spLocks xmlns:a="http://schemas.openxmlformats.org/drawingml/2006/main" noGrp="1"/>
          </p:cNvSpPr>
          <p:nvPr/>
        </p:nvSpPr>
        <p:spPr>
          <a:xfrm xmlns:a="http://schemas.openxmlformats.org/drawingml/2006/main">
            <a:off x="6264412" y="437010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4" name="Rounded Rectangle 3">
            <a:extLst xmlns:a="http://schemas.openxmlformats.org/drawingml/2006/main">
              <a:ext uri="{FF2B5EF4-FFF2-40B4-BE49-F238E27FC236}">
                <a16:creationId xmlns:a16="http://schemas.microsoft.com/office/drawing/2014/main" id="{2000F722-C0CE-FDAF-EAFE-20BC4A7F4118}"/>
              </a:ext>
            </a:extLst>
          </p:cNvPr>
          <p:cNvSpPr>
            <a:spLocks xmlns:a="http://schemas.openxmlformats.org/drawingml/2006/main" noGrp="1"/>
          </p:cNvSpPr>
          <p:nvPr/>
        </p:nvSpPr>
        <p:spPr>
          <a:xfrm xmlns:a="http://schemas.openxmlformats.org/drawingml/2006/main">
            <a:off x="409043" y="437010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1" name="Footer Placeholder 10">
            <a:extLst xmlns:a="http://schemas.openxmlformats.org/drawingml/2006/main">
              <a:ext uri="{FF2B5EF4-FFF2-40B4-BE49-F238E27FC236}">
                <a16:creationId xmlns:a16="http://schemas.microsoft.com/office/drawing/2014/main" id="{A4694142-7504-448C-B110-ABCB1A6DD41E}"/>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12" name="Google Shape;534;p58">
            <a:extLst xmlns:a="http://schemas.openxmlformats.org/drawingml/2006/main">
              <a:ext uri="{FF2B5EF4-FFF2-40B4-BE49-F238E27FC236}">
                <a16:creationId xmlns:a16="http://schemas.microsoft.com/office/drawing/2014/main" id="{F393FB38-1005-6250-1642-93C1A76E0B77}"/>
              </a:ext>
            </a:extLst>
          </p:cNvPr>
          <p:cNvSpPr>
            <a:spLocks xmlns:a="http://schemas.openxmlformats.org/drawingml/2006/main" noGrp="1"/>
          </p:cNvSpPr>
          <p:nvPr/>
        </p:nvSpPr>
        <p:spPr>
          <a:xfrm xmlns:a="http://schemas.openxmlformats.org/drawingml/2006/main">
            <a:off x="393700" y="1649094"/>
            <a:ext cx="11404600" cy="63404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Lorem ipsum dolor sit </a:t>
            </a:r>
            <a:r>
              <a:rPr sz="1600">
                <a:latin typeface="Helvetica Neue"/>
                <a:ea typeface="Helvetica Neue"/>
                <a:cs typeface="Helvetica Neue"/>
              </a:rPr>
              <a:t>amet</a:t>
            </a:r>
            <a:r>
              <a:rPr sz="1600">
                <a:latin typeface="Helvetica Neue"/>
                <a:ea typeface="Helvetica Neue"/>
                <a:cs typeface="Helvetica Neue"/>
              </a:rPr>
              <a:t>, </a:t>
            </a:r>
            <a:r>
              <a:rPr sz="1600">
                <a:latin typeface="Helvetica Neue"/>
                <a:ea typeface="Helvetica Neue"/>
                <a:cs typeface="Helvetica Neue"/>
              </a:rPr>
              <a:t>consectetur</a:t>
            </a:r>
            <a:r>
              <a:rPr sz="1600">
                <a:latin typeface="Helvetica Neue"/>
                <a:ea typeface="Helvetica Neue"/>
                <a:cs typeface="Helvetica Neue"/>
              </a:rPr>
              <a:t> </a:t>
            </a:r>
            <a:r>
              <a:rPr sz="1600">
                <a:latin typeface="Helvetica Neue"/>
                <a:ea typeface="Helvetica Neue"/>
                <a:cs typeface="Helvetica Neue"/>
              </a:rPr>
              <a:t>adipiscing</a:t>
            </a:r>
            <a:r>
              <a:rPr sz="1600">
                <a:latin typeface="Helvetica Neue"/>
                <a:ea typeface="Helvetica Neue"/>
                <a:cs typeface="Helvetica Neue"/>
              </a:rPr>
              <a:t> </a:t>
            </a:r>
            <a:r>
              <a:rPr sz="1600">
                <a:latin typeface="Helvetica Neue"/>
                <a:ea typeface="Helvetica Neue"/>
                <a:cs typeface="Helvetica Neue"/>
              </a:rPr>
              <a:t>elit</a:t>
            </a:r>
            <a:r>
              <a:rPr sz="1600">
                <a:latin typeface="Helvetica Neue"/>
                <a:ea typeface="Helvetica Neue"/>
                <a:cs typeface="Helvetica Neue"/>
              </a:rPr>
              <a:t>. </a:t>
            </a:r>
            <a:r>
              <a:rPr sz="1600">
                <a:latin typeface="Helvetica Neue"/>
                <a:ea typeface="Helvetica Neue"/>
                <a:cs typeface="Helvetica Neue"/>
              </a:rPr>
              <a:t>Pellentesque</a:t>
            </a:r>
            <a:r>
              <a:rPr sz="1600">
                <a:latin typeface="Helvetica Neue"/>
                <a:ea typeface="Helvetica Neue"/>
                <a:cs typeface="Helvetica Neue"/>
              </a:rPr>
              <a:t> </a:t>
            </a:r>
            <a:r>
              <a:rPr sz="1600">
                <a:latin typeface="Helvetica Neue"/>
                <a:ea typeface="Helvetica Neue"/>
                <a:cs typeface="Helvetica Neue"/>
              </a:rPr>
              <a:t>ultricies</a:t>
            </a:r>
            <a:r>
              <a:rPr sz="1600">
                <a:latin typeface="Helvetica Neue"/>
                <a:ea typeface="Helvetica Neue"/>
                <a:cs typeface="Helvetica Neue"/>
              </a:rPr>
              <a:t> </a:t>
            </a:r>
            <a:r>
              <a:rPr sz="1600">
                <a:latin typeface="Helvetica Neue"/>
                <a:ea typeface="Helvetica Neue"/>
                <a:cs typeface="Helvetica Neue"/>
              </a:rPr>
              <a:t>quam</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luctus</a:t>
            </a:r>
            <a:r>
              <a:rPr sz="1600">
                <a:latin typeface="Helvetica Neue"/>
                <a:ea typeface="Helvetica Neue"/>
                <a:cs typeface="Helvetica Neue"/>
              </a:rPr>
              <a:t> cursus. </a:t>
            </a:r>
            <a:r>
              <a:rPr sz="1600">
                <a:latin typeface="Helvetica Neue"/>
                <a:ea typeface="Helvetica Neue"/>
                <a:cs typeface="Helvetica Neue"/>
              </a:rPr>
              <a:t>Nullam</a:t>
            </a:r>
            <a:r>
              <a:rPr sz="1600">
                <a:latin typeface="Helvetica Neue"/>
                <a:ea typeface="Helvetica Neue"/>
                <a:cs typeface="Helvetica Neue"/>
              </a:rPr>
              <a:t> pharetra </a:t>
            </a:r>
            <a:r>
              <a:rPr sz="1600">
                <a:latin typeface="Helvetica Neue"/>
                <a:ea typeface="Helvetica Neue"/>
                <a:cs typeface="Helvetica Neue"/>
              </a:rPr>
              <a:t>mauris</a:t>
            </a:r>
            <a:r>
              <a:rPr sz="1600">
                <a:latin typeface="Helvetica Neue"/>
                <a:ea typeface="Helvetica Neue"/>
                <a:cs typeface="Helvetica Neue"/>
              </a:rPr>
              <a:t> </a:t>
            </a:r>
            <a:r>
              <a:rPr sz="1600">
                <a:latin typeface="Helvetica Neue"/>
                <a:ea typeface="Helvetica Neue"/>
                <a:cs typeface="Helvetica Neue"/>
              </a:rPr>
              <a:t>tortor</a:t>
            </a:r>
            <a:r>
              <a:rPr sz="1600">
                <a:latin typeface="Helvetica Neue"/>
                <a:ea typeface="Helvetica Neue"/>
                <a:cs typeface="Helvetica Neue"/>
              </a:rPr>
              <a:t>. In hac </a:t>
            </a:r>
            <a:r>
              <a:rPr sz="1600">
                <a:latin typeface="Helvetica Neue"/>
                <a:ea typeface="Helvetica Neue"/>
                <a:cs typeface="Helvetica Neue"/>
              </a:rPr>
              <a:t>habitasse</a:t>
            </a:r>
            <a:r>
              <a:rPr sz="1600">
                <a:latin typeface="Helvetica Neue"/>
                <a:ea typeface="Helvetica Neue"/>
                <a:cs typeface="Helvetica Neue"/>
              </a:rPr>
              <a:t> </a:t>
            </a:r>
            <a:r>
              <a:rPr sz="1600">
                <a:latin typeface="Helvetica Neue"/>
                <a:ea typeface="Helvetica Neue"/>
                <a:cs typeface="Helvetica Neue"/>
              </a:rPr>
              <a:t>platea</a:t>
            </a:r>
            <a:r>
              <a:rPr sz="1600">
                <a:latin typeface="Helvetica Neue"/>
                <a:ea typeface="Helvetica Neue"/>
                <a:cs typeface="Helvetica Neue"/>
              </a:rPr>
              <a:t> </a:t>
            </a:r>
            <a:r>
              <a:rPr sz="1600">
                <a:latin typeface="Helvetica Neue"/>
                <a:ea typeface="Helvetica Neue"/>
                <a:cs typeface="Helvetica Neue"/>
              </a:rPr>
              <a:t>dictumst</a:t>
            </a:r>
            <a:r>
              <a:rPr sz="1600">
                <a:latin typeface="Helvetica Neue"/>
                <a:ea typeface="Helvetica Neue"/>
                <a:cs typeface="Helvetica Neue"/>
              </a:rPr>
              <a:t>. Proin </a:t>
            </a:r>
            <a:r>
              <a:rPr sz="1600">
                <a:latin typeface="Helvetica Neue"/>
                <a:ea typeface="Helvetica Neue"/>
                <a:cs typeface="Helvetica Neue"/>
              </a:rPr>
              <a:t>mattis</a:t>
            </a:r>
            <a:r>
              <a:rPr sz="1600">
                <a:latin typeface="Helvetica Neue"/>
                <a:ea typeface="Helvetica Neue"/>
                <a:cs typeface="Helvetica Neue"/>
              </a:rPr>
              <a:t> </a:t>
            </a:r>
            <a:r>
              <a:rPr sz="1600">
                <a:latin typeface="Helvetica Neue"/>
                <a:ea typeface="Helvetica Neue"/>
                <a:cs typeface="Helvetica Neue"/>
              </a:rPr>
              <a:t>nibh</a:t>
            </a:r>
            <a:r>
              <a:rPr sz="1600">
                <a:latin typeface="Helvetica Neue"/>
                <a:ea typeface="Helvetica Neue"/>
                <a:cs typeface="Helvetica Neue"/>
              </a:rPr>
              <a:t> </a:t>
            </a:r>
            <a:r>
              <a:rPr sz="1600">
                <a:latin typeface="Helvetica Neue"/>
                <a:ea typeface="Helvetica Neue"/>
                <a:cs typeface="Helvetica Neue"/>
              </a:rPr>
              <a:t>risus</a:t>
            </a:r>
            <a:r>
              <a:rPr sz="1600">
                <a:latin typeface="Helvetica Neue"/>
                <a:ea typeface="Helvetica Neue"/>
                <a:cs typeface="Helvetica Neue"/>
              </a:rPr>
              <a:t>. </a:t>
            </a:r>
            <a:r>
              <a:rPr sz="1600">
                <a:latin typeface="Helvetica Neue"/>
                <a:ea typeface="Helvetica Neue"/>
                <a:cs typeface="Helvetica Neue"/>
              </a:rPr>
              <a:t>Nulla</a:t>
            </a:r>
            <a:r>
              <a:rPr sz="1600">
                <a:latin typeface="Helvetica Neue"/>
                <a:ea typeface="Helvetica Neue"/>
                <a:cs typeface="Helvetica Neue"/>
              </a:rPr>
              <a:t> </a:t>
            </a:r>
            <a:r>
              <a:rPr sz="1600">
                <a:latin typeface="Helvetica Neue"/>
                <a:ea typeface="Helvetica Neue"/>
                <a:cs typeface="Helvetica Neue"/>
              </a:rPr>
              <a:t>tempor</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elementum</a:t>
            </a:r>
            <a:r>
              <a:rPr sz="1600">
                <a:latin typeface="Helvetica Neue"/>
                <a:ea typeface="Helvetica Neue"/>
                <a:cs typeface="Helvetica Neue"/>
              </a:rPr>
              <a:t> </a:t>
            </a:r>
            <a:r>
              <a:rPr sz="1600">
                <a:latin typeface="Helvetica Neue"/>
                <a:ea typeface="Helvetica Neue"/>
                <a:cs typeface="Helvetica Neue"/>
              </a:rPr>
              <a:t>dapibus</a:t>
            </a:r>
            <a:r>
              <a:rPr sz="1600">
                <a:latin typeface="Helvetica Neue"/>
                <a:ea typeface="Helvetica Neue"/>
                <a:cs typeface="Helvetica Neue"/>
              </a:rPr>
              <a:t>. </a:t>
            </a:r>
          </a:p>
        </p:txBody>
      </p:sp>
      <p:sp>
        <p:nvSpPr>
          <p:cNvPr id="13" name="Google Shape;534;p58">
            <a:extLst xmlns:a="http://schemas.openxmlformats.org/drawingml/2006/main">
              <a:ext uri="{FF2B5EF4-FFF2-40B4-BE49-F238E27FC236}">
                <a16:creationId xmlns:a16="http://schemas.microsoft.com/office/drawing/2014/main" id="{A0F4C075-109A-7DDE-18C9-18F128552C24}"/>
              </a:ext>
            </a:extLst>
          </p:cNvPr>
          <p:cNvSpPr>
            <a:spLocks xmlns:a="http://schemas.openxmlformats.org/drawingml/2006/main" noGrp="1"/>
          </p:cNvSpPr>
          <p:nvPr/>
        </p:nvSpPr>
        <p:spPr>
          <a:xfrm xmlns:a="http://schemas.openxmlformats.org/drawingml/2006/main">
            <a:off x="393699" y="1146566"/>
            <a:ext cx="11404599"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mj-lt"/>
                <a:ea typeface="+mj-lt"/>
                <a:cs typeface="+mj-lt"/>
              </a:rPr>
              <a:t>Lorem ipsum dolor sit </a:t>
            </a:r>
            <a:r>
              <a:rPr sz="2000">
                <a:latin typeface="+mj-lt"/>
                <a:ea typeface="+mj-lt"/>
                <a:cs typeface="+mj-lt"/>
              </a:rPr>
              <a:t>amet</a:t>
            </a:r>
            <a:r>
              <a:rPr sz="2000">
                <a:latin typeface="+mj-lt"/>
                <a:ea typeface="+mj-lt"/>
                <a:cs typeface="+mj-lt"/>
              </a:rPr>
              <a:t>, </a:t>
            </a:r>
            <a:r>
              <a:rPr sz="2000">
                <a:latin typeface="+mj-lt"/>
                <a:ea typeface="+mj-lt"/>
                <a:cs typeface="+mj-lt"/>
              </a:rPr>
              <a:t>consectetur</a:t>
            </a:r>
            <a:r>
              <a:rPr sz="2000">
                <a:latin typeface="+mj-lt"/>
                <a:ea typeface="+mj-lt"/>
                <a:cs typeface="+mj-lt"/>
              </a:rPr>
              <a:t> </a:t>
            </a:r>
            <a:r>
              <a:rPr sz="2000">
                <a:latin typeface="+mj-lt"/>
                <a:ea typeface="+mj-lt"/>
                <a:cs typeface="+mj-lt"/>
              </a:rPr>
              <a:t>adipiscing</a:t>
            </a:r>
            <a:r>
              <a:rPr sz="2000">
                <a:latin typeface="+mj-lt"/>
                <a:ea typeface="+mj-lt"/>
                <a:cs typeface="+mj-lt"/>
              </a:rPr>
              <a:t> </a:t>
            </a:r>
            <a:r>
              <a:rPr sz="2000">
                <a:latin typeface="+mj-lt"/>
                <a:ea typeface="+mj-lt"/>
                <a:cs typeface="+mj-lt"/>
              </a:rPr>
              <a:t>elit</a:t>
            </a:r>
            <a:r>
              <a:rPr sz="2000">
                <a:latin typeface="+mj-lt"/>
                <a:ea typeface="+mj-lt"/>
                <a:cs typeface="+mj-lt"/>
              </a:rPr>
              <a:t>. </a:t>
            </a:r>
            <a:endParaRPr sz="2000">
              <a:latin typeface="+mj-lt"/>
              <a:ea typeface="+mj-lt"/>
              <a:cs typeface="+mj-lt"/>
            </a:endParaRPr>
          </a:p>
        </p:txBody>
      </p:sp>
      <p:sp>
        <p:nvSpPr>
          <p:cNvPr id="14" name="TextBox 13">
            <a:extLst xmlns:a="http://schemas.openxmlformats.org/drawingml/2006/main">
              <a:ext uri="{FF2B5EF4-FFF2-40B4-BE49-F238E27FC236}">
                <a16:creationId xmlns:a16="http://schemas.microsoft.com/office/drawing/2014/main" id="{49DCE927-F1A4-A9ED-C839-844BB688547F}"/>
              </a:ext>
            </a:extLst>
          </p:cNvPr>
          <p:cNvSpPr>
            <a:spLocks xmlns:a="http://schemas.openxmlformats.org/drawingml/2006/main" noGrp="1"/>
          </p:cNvSpPr>
          <p:nvPr/>
        </p:nvSpPr>
        <p:spPr>
          <a:xfrm xmlns:a="http://schemas.openxmlformats.org/drawingml/2006/main">
            <a:off x="702967" y="2793808"/>
            <a:ext cx="4986886" cy="28725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800" b="0" i="0" u="none" cap="none" spc="0">
                <a:ln>
                  <a:noFill/>
                </a:ln>
                <a:solidFill>
                  <a:srgbClr val="3357B8"/>
                </a:solidFill>
                <a:latin typeface="Helvetica Neue Medium"/>
                <a:ea typeface="Helvetica Neue Medium"/>
                <a:cs typeface="Helvetica Neue Medium"/>
              </a:rPr>
              <a:t>Topic title goes here</a:t>
            </a:r>
          </a:p>
        </p:txBody>
      </p:sp>
      <p:sp>
        <p:nvSpPr>
          <p:cNvPr id="16" name="Content Placeholder 10">
            <a:extLst xmlns:a="http://schemas.openxmlformats.org/drawingml/2006/main">
              <a:ext uri="{FF2B5EF4-FFF2-40B4-BE49-F238E27FC236}">
                <a16:creationId xmlns:a16="http://schemas.microsoft.com/office/drawing/2014/main" id="{B71DDDF3-A6F6-A2D9-7F68-A246AE82F73A}"/>
              </a:ext>
            </a:extLst>
          </p:cNvPr>
          <p:cNvSpPr>
            <a:spLocks xmlns:a="http://schemas.openxmlformats.org/drawingml/2006/main" noGrp="1"/>
          </p:cNvSpPr>
          <p:nvPr/>
        </p:nvSpPr>
        <p:spPr>
          <a:xfrm xmlns:a="http://schemas.openxmlformats.org/drawingml/2006/main">
            <a:off x="6558438" y="3250891"/>
            <a:ext cx="4986886" cy="59753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Lorem ipsum dolor sit </a:t>
            </a:r>
            <a:r>
              <a:rPr sz="1600" b="0" i="0" u="none" cap="none" spc="0">
                <a:ln>
                  <a:noFill/>
                </a:ln>
                <a:latin typeface="Helvetica Neue"/>
                <a:ea typeface="Helvetica Neue"/>
                <a:cs typeface="Helvetica Neue"/>
              </a:rPr>
              <a:t>amet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consectetur</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adipiscing</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elit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Pellentesque</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ultricies</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quam</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massa</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luctus</a:t>
            </a:r>
            <a:r>
              <a:rPr sz="1600" b="0" i="0" u="none" cap="none" spc="0">
                <a:ln>
                  <a:noFill/>
                </a:ln>
                <a:latin typeface="Helvetica Neue"/>
                <a:ea typeface="Helvetica Neue"/>
                <a:cs typeface="Helvetica Neue"/>
              </a:rPr>
              <a:t>. </a:t>
            </a:r>
          </a:p>
        </p:txBody>
      </p:sp>
      <p:sp>
        <p:nvSpPr>
          <p:cNvPr id="17" name="TextBox 16">
            <a:extLst xmlns:a="http://schemas.openxmlformats.org/drawingml/2006/main">
              <a:ext uri="{FF2B5EF4-FFF2-40B4-BE49-F238E27FC236}">
                <a16:creationId xmlns:a16="http://schemas.microsoft.com/office/drawing/2014/main" id="{BAD06467-8163-39A0-0B9A-1A98533B6978}"/>
              </a:ext>
            </a:extLst>
          </p:cNvPr>
          <p:cNvSpPr>
            <a:spLocks xmlns:a="http://schemas.openxmlformats.org/drawingml/2006/main" noGrp="1"/>
          </p:cNvSpPr>
          <p:nvPr/>
        </p:nvSpPr>
        <p:spPr>
          <a:xfrm xmlns:a="http://schemas.openxmlformats.org/drawingml/2006/main">
            <a:off x="6555127" y="2793808"/>
            <a:ext cx="4986886" cy="28725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800" b="0" i="0" u="none" cap="none" spc="0">
                <a:ln>
                  <a:noFill/>
                </a:ln>
                <a:solidFill>
                  <a:srgbClr val="3357B8"/>
                </a:solidFill>
                <a:latin typeface="Helvetica Neue Medium"/>
                <a:ea typeface="Helvetica Neue Medium"/>
                <a:cs typeface="Helvetica Neue Medium"/>
              </a:rPr>
              <a:t>Topic title goes here</a:t>
            </a:r>
          </a:p>
        </p:txBody>
      </p:sp>
      <p:sp>
        <p:nvSpPr>
          <p:cNvPr id="18" name="Content Placeholder 10">
            <a:extLst xmlns:a="http://schemas.openxmlformats.org/drawingml/2006/main">
              <a:ext uri="{FF2B5EF4-FFF2-40B4-BE49-F238E27FC236}">
                <a16:creationId xmlns:a16="http://schemas.microsoft.com/office/drawing/2014/main" id="{E61F5831-A6CA-0036-3E5C-283D4EBAFE55}"/>
              </a:ext>
            </a:extLst>
          </p:cNvPr>
          <p:cNvSpPr>
            <a:spLocks xmlns:a="http://schemas.openxmlformats.org/drawingml/2006/main" noGrp="1"/>
          </p:cNvSpPr>
          <p:nvPr/>
        </p:nvSpPr>
        <p:spPr>
          <a:xfrm xmlns:a="http://schemas.openxmlformats.org/drawingml/2006/main">
            <a:off x="706278" y="5094931"/>
            <a:ext cx="4986886" cy="59753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Lorem ipsum dolor sit </a:t>
            </a:r>
            <a:r>
              <a:rPr sz="1600" b="0" i="0" u="none" cap="none" spc="0">
                <a:ln>
                  <a:noFill/>
                </a:ln>
                <a:latin typeface="Helvetica Neue"/>
                <a:ea typeface="Helvetica Neue"/>
                <a:cs typeface="Helvetica Neue"/>
              </a:rPr>
              <a:t>amet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consectetur</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adipiscing</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elit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Pellentesque</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ultricies</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quam</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massa</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luctus</a:t>
            </a:r>
            <a:r>
              <a:rPr sz="1600" b="0" i="0" u="none" cap="none" spc="0">
                <a:ln>
                  <a:noFill/>
                </a:ln>
                <a:latin typeface="Helvetica Neue"/>
                <a:ea typeface="Helvetica Neue"/>
                <a:cs typeface="Helvetica Neue"/>
              </a:rPr>
              <a:t>. </a:t>
            </a:r>
          </a:p>
        </p:txBody>
      </p:sp>
      <p:sp>
        <p:nvSpPr>
          <p:cNvPr id="19" name="TextBox 18">
            <a:extLst xmlns:a="http://schemas.openxmlformats.org/drawingml/2006/main">
              <a:ext uri="{FF2B5EF4-FFF2-40B4-BE49-F238E27FC236}">
                <a16:creationId xmlns:a16="http://schemas.microsoft.com/office/drawing/2014/main" id="{1283300B-2E76-54E3-B3E8-C4CE0DA323BE}"/>
              </a:ext>
            </a:extLst>
          </p:cNvPr>
          <p:cNvSpPr>
            <a:spLocks xmlns:a="http://schemas.openxmlformats.org/drawingml/2006/main" noGrp="1"/>
          </p:cNvSpPr>
          <p:nvPr/>
        </p:nvSpPr>
        <p:spPr>
          <a:xfrm xmlns:a="http://schemas.openxmlformats.org/drawingml/2006/main">
            <a:off x="702967" y="4637848"/>
            <a:ext cx="4986886" cy="28725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800" b="0" i="0" u="none" cap="none" spc="0">
                <a:ln>
                  <a:noFill/>
                </a:ln>
                <a:solidFill>
                  <a:srgbClr val="3357B8"/>
                </a:solidFill>
                <a:latin typeface="Helvetica Neue Medium"/>
                <a:ea typeface="Helvetica Neue Medium"/>
                <a:cs typeface="Helvetica Neue Medium"/>
              </a:rPr>
              <a:t>Topic title goes here</a:t>
            </a:r>
          </a:p>
        </p:txBody>
      </p:sp>
      <p:sp>
        <p:nvSpPr>
          <p:cNvPr id="20" name="Content Placeholder 10">
            <a:extLst xmlns:a="http://schemas.openxmlformats.org/drawingml/2006/main">
              <a:ext uri="{FF2B5EF4-FFF2-40B4-BE49-F238E27FC236}">
                <a16:creationId xmlns:a16="http://schemas.microsoft.com/office/drawing/2014/main" id="{91E87E4E-34C4-73A3-D9B4-5528035E3F32}"/>
              </a:ext>
            </a:extLst>
          </p:cNvPr>
          <p:cNvSpPr>
            <a:spLocks xmlns:a="http://schemas.openxmlformats.org/drawingml/2006/main" noGrp="1"/>
          </p:cNvSpPr>
          <p:nvPr/>
        </p:nvSpPr>
        <p:spPr>
          <a:xfrm xmlns:a="http://schemas.openxmlformats.org/drawingml/2006/main">
            <a:off x="6558438" y="5094931"/>
            <a:ext cx="4986886" cy="59753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Lorem ipsum dolor sit </a:t>
            </a:r>
            <a:r>
              <a:rPr sz="1600" b="0" i="0" u="none" cap="none" spc="0">
                <a:ln>
                  <a:noFill/>
                </a:ln>
                <a:latin typeface="Helvetica Neue"/>
                <a:ea typeface="Helvetica Neue"/>
                <a:cs typeface="Helvetica Neue"/>
              </a:rPr>
              <a:t>amet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consectetur</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adipiscing</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elit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Pellentesque</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ultricies</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quam</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massa</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luctus</a:t>
            </a:r>
            <a:r>
              <a:rPr sz="1600" b="0" i="0" u="none" cap="none" spc="0">
                <a:ln>
                  <a:noFill/>
                </a:ln>
                <a:latin typeface="Helvetica Neue"/>
                <a:ea typeface="Helvetica Neue"/>
                <a:cs typeface="Helvetica Neue"/>
              </a:rPr>
              <a:t>. </a:t>
            </a:r>
          </a:p>
        </p:txBody>
      </p:sp>
      <p:sp>
        <p:nvSpPr>
          <p:cNvPr id="21" name="TextBox 20">
            <a:extLst xmlns:a="http://schemas.openxmlformats.org/drawingml/2006/main">
              <a:ext uri="{FF2B5EF4-FFF2-40B4-BE49-F238E27FC236}">
                <a16:creationId xmlns:a16="http://schemas.microsoft.com/office/drawing/2014/main" id="{4BBBD727-79F1-2502-A083-A18F5A754163}"/>
              </a:ext>
            </a:extLst>
          </p:cNvPr>
          <p:cNvSpPr>
            <a:spLocks xmlns:a="http://schemas.openxmlformats.org/drawingml/2006/main" noGrp="1"/>
          </p:cNvSpPr>
          <p:nvPr/>
        </p:nvSpPr>
        <p:spPr>
          <a:xfrm xmlns:a="http://schemas.openxmlformats.org/drawingml/2006/main">
            <a:off x="6555127" y="4637848"/>
            <a:ext cx="4986886" cy="28725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800" b="0" i="0" u="none" cap="none" spc="0">
                <a:ln>
                  <a:noFill/>
                </a:ln>
                <a:solidFill>
                  <a:srgbClr val="3357B8"/>
                </a:solidFill>
                <a:latin typeface="Helvetica Neue Medium"/>
                <a:ea typeface="Helvetica Neue Medium"/>
                <a:cs typeface="Helvetica Neue Medium"/>
              </a:rPr>
              <a:t>Topic title goes here</a:t>
            </a:r>
          </a:p>
        </p:txBody>
      </p:sp>
    </p:spTree>
    <p:extLst>
      <p:ext uri="{BB962C8B-B14F-4D97-AF65-F5344CB8AC3E}">
        <p14:creationId xmlns:p14="http://schemas.microsoft.com/office/powerpoint/2010/main" val="217953532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6AD4425-62A5-20FE-DA81-DB0262F8E9D3}"/>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5</a:t>
            </a:fld>
            <a:endParaRPr/>
          </a:p>
        </p:txBody>
      </p:sp>
      <p:sp>
        <p:nvSpPr>
          <p:cNvPr id="533" name="Google Shape;533;p58">
            <a:extLst xmlns:a="http://schemas.openxmlformats.org/drawingml/2006/main">
              <a:ext uri="{FF2B5EF4-FFF2-40B4-BE49-F238E27FC236}">
                <a16:creationId xmlns:a16="http://schemas.microsoft.com/office/drawing/2014/main" id="{CCB3C549-3412-D9EC-FC96-8C0EA25A4312}"/>
              </a:ext>
            </a:extLst>
          </p:cNvPr>
          <p:cNvSpPr>
            <a:spLocks xmlns:a="http://schemas.openxmlformats.org/drawingml/2006/main" noGrp="1"/>
          </p:cNvSpPr>
          <p:nvPr>
            <p:ph type="title" idx="0"/>
          </p:nvPr>
        </p:nvSpPr>
        <p:spPr>
          <a:xfrm xmlns:a="http://schemas.openxmlformats.org/drawingml/2006/main">
            <a:off x="393699" y="344009"/>
            <a:ext cx="11404599" cy="5957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a:solidFill>
                  <a:schemeClr val="accent1"/>
                </a:solidFill>
              </a:rPr>
              <a:t>One column layout with three callout cards</a:t>
            </a:r>
            <a:endParaRPr>
              <a:solidFill>
                <a:schemeClr val="accent1"/>
              </a:solidFill>
            </a:endParaRPr>
          </a:p>
        </p:txBody>
      </p:sp>
      <p:sp>
        <p:nvSpPr>
          <p:cNvPr id="11" name="Footer Placeholder 10">
            <a:extLst xmlns:a="http://schemas.openxmlformats.org/drawingml/2006/main">
              <a:ext uri="{FF2B5EF4-FFF2-40B4-BE49-F238E27FC236}">
                <a16:creationId xmlns:a16="http://schemas.microsoft.com/office/drawing/2014/main" id="{BD5D3365-630B-7DA2-6578-D2DE7ACBBC07}"/>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076E58D8-94E3-59EF-6F5D-94479531D945}"/>
              </a:ext>
            </a:extLst>
          </p:cNvPr>
          <p:cNvSpPr>
            <a:spLocks xmlns:a="http://schemas.openxmlformats.org/drawingml/2006/main" noGrp="1"/>
          </p:cNvSpPr>
          <p:nvPr/>
        </p:nvSpPr>
        <p:spPr>
          <a:xfrm xmlns:a="http://schemas.openxmlformats.org/drawingml/2006/main">
            <a:off x="393700" y="2374900"/>
            <a:ext cx="55372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Lorem ipsum dolor sit </a:t>
            </a:r>
            <a:r>
              <a:rPr sz="1600">
                <a:latin typeface="Helvetica Neue"/>
                <a:ea typeface="Helvetica Neue"/>
                <a:cs typeface="Helvetica Neue"/>
              </a:rPr>
              <a:t>amet</a:t>
            </a:r>
            <a:r>
              <a:rPr sz="1600">
                <a:latin typeface="Helvetica Neue"/>
                <a:ea typeface="Helvetica Neue"/>
                <a:cs typeface="Helvetica Neue"/>
              </a:rPr>
              <a:t>, </a:t>
            </a:r>
            <a:r>
              <a:rPr sz="1600">
                <a:latin typeface="Helvetica Neue"/>
                <a:ea typeface="Helvetica Neue"/>
                <a:cs typeface="Helvetica Neue"/>
              </a:rPr>
              <a:t>consectetur</a:t>
            </a:r>
            <a:r>
              <a:rPr sz="1600">
                <a:latin typeface="Helvetica Neue"/>
                <a:ea typeface="Helvetica Neue"/>
                <a:cs typeface="Helvetica Neue"/>
              </a:rPr>
              <a:t> </a:t>
            </a:r>
            <a:r>
              <a:rPr sz="1600">
                <a:latin typeface="Helvetica Neue"/>
                <a:ea typeface="Helvetica Neue"/>
                <a:cs typeface="Helvetica Neue"/>
              </a:rPr>
              <a:t>adipiscing</a:t>
            </a:r>
            <a:r>
              <a:rPr sz="1600">
                <a:latin typeface="Helvetica Neue"/>
                <a:ea typeface="Helvetica Neue"/>
                <a:cs typeface="Helvetica Neue"/>
              </a:rPr>
              <a:t> </a:t>
            </a:r>
            <a:r>
              <a:rPr sz="1600">
                <a:latin typeface="Helvetica Neue"/>
                <a:ea typeface="Helvetica Neue"/>
                <a:cs typeface="Helvetica Neue"/>
              </a:rPr>
              <a:t>elit</a:t>
            </a:r>
            <a:r>
              <a:rPr sz="1600">
                <a:latin typeface="Helvetica Neue"/>
                <a:ea typeface="Helvetica Neue"/>
                <a:cs typeface="Helvetica Neue"/>
              </a:rPr>
              <a:t>. </a:t>
            </a:r>
            <a:r>
              <a:rPr sz="1600">
                <a:latin typeface="Helvetica Neue"/>
                <a:ea typeface="Helvetica Neue"/>
                <a:cs typeface="Helvetica Neue"/>
              </a:rPr>
              <a:t>Pellentesque</a:t>
            </a:r>
            <a:r>
              <a:rPr sz="1600">
                <a:latin typeface="Helvetica Neue"/>
                <a:ea typeface="Helvetica Neue"/>
                <a:cs typeface="Helvetica Neue"/>
              </a:rPr>
              <a:t> </a:t>
            </a:r>
            <a:r>
              <a:rPr sz="1600">
                <a:latin typeface="Helvetica Neue"/>
                <a:ea typeface="Helvetica Neue"/>
                <a:cs typeface="Helvetica Neue"/>
              </a:rPr>
              <a:t>ultricies</a:t>
            </a:r>
            <a:r>
              <a:rPr sz="1600">
                <a:latin typeface="Helvetica Neue"/>
                <a:ea typeface="Helvetica Neue"/>
                <a:cs typeface="Helvetica Neue"/>
              </a:rPr>
              <a:t> </a:t>
            </a:r>
            <a:r>
              <a:rPr sz="1600">
                <a:latin typeface="Helvetica Neue"/>
                <a:ea typeface="Helvetica Neue"/>
                <a:cs typeface="Helvetica Neue"/>
              </a:rPr>
              <a:t>quam</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luctus</a:t>
            </a:r>
            <a:r>
              <a:rPr sz="1600">
                <a:latin typeface="Helvetica Neue"/>
                <a:ea typeface="Helvetica Neue"/>
                <a:cs typeface="Helvetica Neue"/>
              </a:rPr>
              <a:t> cursus. </a:t>
            </a:r>
            <a:r>
              <a:rPr sz="1600">
                <a:latin typeface="Helvetica Neue"/>
                <a:ea typeface="Helvetica Neue"/>
                <a:cs typeface="Helvetica Neue"/>
              </a:rPr>
              <a:t>Nullam</a:t>
            </a:r>
            <a:r>
              <a:rPr sz="1600">
                <a:latin typeface="Helvetica Neue"/>
                <a:ea typeface="Helvetica Neue"/>
                <a:cs typeface="Helvetica Neue"/>
              </a:rPr>
              <a:t> pharetra </a:t>
            </a:r>
            <a:r>
              <a:rPr sz="1600">
                <a:latin typeface="Helvetica Neue"/>
                <a:ea typeface="Helvetica Neue"/>
                <a:cs typeface="Helvetica Neue"/>
              </a:rPr>
              <a:t>mauris</a:t>
            </a:r>
            <a:r>
              <a:rPr sz="1600">
                <a:latin typeface="Helvetica Neue"/>
                <a:ea typeface="Helvetica Neue"/>
                <a:cs typeface="Helvetica Neue"/>
              </a:rPr>
              <a:t> </a:t>
            </a:r>
            <a:r>
              <a:rPr sz="1600">
                <a:latin typeface="Helvetica Neue"/>
                <a:ea typeface="Helvetica Neue"/>
                <a:cs typeface="Helvetica Neue"/>
              </a:rPr>
              <a:t>tortor</a:t>
            </a:r>
            <a:r>
              <a:rPr sz="1600">
                <a:latin typeface="Helvetica Neue"/>
                <a:ea typeface="Helvetica Neue"/>
                <a:cs typeface="Helvetica Neue"/>
              </a:rPr>
              <a:t>. In hac </a:t>
            </a:r>
            <a:r>
              <a:rPr sz="1600">
                <a:latin typeface="Helvetica Neue"/>
                <a:ea typeface="Helvetica Neue"/>
                <a:cs typeface="Helvetica Neue"/>
              </a:rPr>
              <a:t>habitasse</a:t>
            </a:r>
            <a:r>
              <a:rPr sz="1600">
                <a:latin typeface="Helvetica Neue"/>
                <a:ea typeface="Helvetica Neue"/>
                <a:cs typeface="Helvetica Neue"/>
              </a:rPr>
              <a:t> </a:t>
            </a:r>
            <a:r>
              <a:rPr sz="1600">
                <a:latin typeface="Helvetica Neue"/>
                <a:ea typeface="Helvetica Neue"/>
                <a:cs typeface="Helvetica Neue"/>
              </a:rPr>
              <a:t>platea</a:t>
            </a:r>
            <a:r>
              <a:rPr sz="1600">
                <a:latin typeface="Helvetica Neue"/>
                <a:ea typeface="Helvetica Neue"/>
                <a:cs typeface="Helvetica Neue"/>
              </a:rPr>
              <a:t> </a:t>
            </a:r>
            <a:r>
              <a:rPr sz="1600">
                <a:latin typeface="Helvetica Neue"/>
                <a:ea typeface="Helvetica Neue"/>
                <a:cs typeface="Helvetica Neue"/>
              </a:rPr>
              <a:t>dictumst</a:t>
            </a:r>
            <a:r>
              <a:rPr sz="1600">
                <a:latin typeface="Helvetica Neue"/>
                <a:ea typeface="Helvetica Neue"/>
                <a:cs typeface="Helvetica Neue"/>
              </a:rPr>
              <a:t>. Proin </a:t>
            </a:r>
            <a:r>
              <a:rPr sz="1600">
                <a:latin typeface="Helvetica Neue"/>
                <a:ea typeface="Helvetica Neue"/>
                <a:cs typeface="Helvetica Neue"/>
              </a:rPr>
              <a:t>mattis</a:t>
            </a:r>
            <a:r>
              <a:rPr sz="1600">
                <a:latin typeface="Helvetica Neue"/>
                <a:ea typeface="Helvetica Neue"/>
                <a:cs typeface="Helvetica Neue"/>
              </a:rPr>
              <a:t> </a:t>
            </a:r>
            <a:r>
              <a:rPr sz="1600">
                <a:latin typeface="Helvetica Neue"/>
                <a:ea typeface="Helvetica Neue"/>
                <a:cs typeface="Helvetica Neue"/>
              </a:rPr>
              <a:t>nibh</a:t>
            </a:r>
            <a:r>
              <a:rPr sz="1600">
                <a:latin typeface="Helvetica Neue"/>
                <a:ea typeface="Helvetica Neue"/>
                <a:cs typeface="Helvetica Neue"/>
              </a:rPr>
              <a:t> </a:t>
            </a:r>
            <a:r>
              <a:rPr sz="1600">
                <a:latin typeface="Helvetica Neue"/>
                <a:ea typeface="Helvetica Neue"/>
                <a:cs typeface="Helvetica Neue"/>
              </a:rPr>
              <a:t>risus</a:t>
            </a:r>
            <a:r>
              <a:rPr sz="1600">
                <a:latin typeface="Helvetica Neue"/>
                <a:ea typeface="Helvetica Neue"/>
                <a:cs typeface="Helvetica Neue"/>
              </a:rPr>
              <a:t>. </a:t>
            </a:r>
            <a:r>
              <a:rPr sz="1600">
                <a:latin typeface="Helvetica Neue"/>
                <a:ea typeface="Helvetica Neue"/>
                <a:cs typeface="Helvetica Neue"/>
              </a:rPr>
              <a:t>Nulla</a:t>
            </a:r>
            <a:r>
              <a:rPr sz="1600">
                <a:latin typeface="Helvetica Neue"/>
                <a:ea typeface="Helvetica Neue"/>
                <a:cs typeface="Helvetica Neue"/>
              </a:rPr>
              <a:t> </a:t>
            </a:r>
            <a:r>
              <a:rPr sz="1600">
                <a:latin typeface="Helvetica Neue"/>
                <a:ea typeface="Helvetica Neue"/>
                <a:cs typeface="Helvetica Neue"/>
              </a:rPr>
              <a:t>tempor</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elementum</a:t>
            </a:r>
            <a:r>
              <a:rPr sz="1600">
                <a:latin typeface="Helvetica Neue"/>
                <a:ea typeface="Helvetica Neue"/>
                <a:cs typeface="Helvetica Neue"/>
              </a:rPr>
              <a:t> </a:t>
            </a:r>
            <a:r>
              <a:rPr sz="1600">
                <a:latin typeface="Helvetica Neue"/>
                <a:ea typeface="Helvetica Neue"/>
                <a:cs typeface="Helvetica Neue"/>
              </a:rPr>
              <a:t>dapibus</a:t>
            </a:r>
            <a:r>
              <a:rPr sz="1600">
                <a:latin typeface="Helvetica Neue"/>
                <a:ea typeface="Helvetica Neue"/>
                <a:cs typeface="Helvetica Neue"/>
              </a:rPr>
              <a:t>. Nam non ante quis </a:t>
            </a:r>
            <a:r>
              <a:rPr sz="1600">
                <a:latin typeface="Helvetica Neue"/>
                <a:ea typeface="Helvetica Neue"/>
                <a:cs typeface="Helvetica Neue"/>
              </a:rPr>
              <a:t>enim</a:t>
            </a:r>
            <a:r>
              <a:rPr sz="1600">
                <a:latin typeface="Helvetica Neue"/>
                <a:ea typeface="Helvetica Neue"/>
                <a:cs typeface="Helvetica Neue"/>
              </a:rPr>
              <a:t> </a:t>
            </a:r>
            <a:r>
              <a:rPr sz="1600">
                <a:latin typeface="Helvetica Neue"/>
                <a:ea typeface="Helvetica Neue"/>
                <a:cs typeface="Helvetica Neue"/>
              </a:rPr>
              <a:t>fringilla</a:t>
            </a:r>
            <a:r>
              <a:rPr sz="1600">
                <a:latin typeface="Helvetica Neue"/>
                <a:ea typeface="Helvetica Neue"/>
                <a:cs typeface="Helvetica Neue"/>
              </a:rPr>
              <a:t> tempus nec in </a:t>
            </a:r>
            <a:r>
              <a:rPr sz="1600">
                <a:latin typeface="Helvetica Neue"/>
                <a:ea typeface="Helvetica Neue"/>
                <a:cs typeface="Helvetica Neue"/>
              </a:rPr>
              <a:t>lectus</a:t>
            </a:r>
            <a:r>
              <a:rPr sz="1600">
                <a:latin typeface="Helvetica Neue"/>
                <a:ea typeface="Helvetica Neue"/>
                <a:cs typeface="Helvetica Neue"/>
              </a:rPr>
              <a:t>. In hac </a:t>
            </a:r>
            <a:r>
              <a:rPr sz="1600">
                <a:latin typeface="Helvetica Neue"/>
                <a:ea typeface="Helvetica Neue"/>
                <a:cs typeface="Helvetica Neue"/>
              </a:rPr>
              <a:t>habitasse</a:t>
            </a:r>
            <a:r>
              <a:rPr sz="1600">
                <a:latin typeface="Helvetica Neue"/>
                <a:ea typeface="Helvetica Neue"/>
                <a:cs typeface="Helvetica Neue"/>
              </a:rPr>
              <a:t> </a:t>
            </a:r>
            <a:r>
              <a:rPr sz="1600">
                <a:latin typeface="Helvetica Neue"/>
                <a:ea typeface="Helvetica Neue"/>
                <a:cs typeface="Helvetica Neue"/>
              </a:rPr>
              <a:t>platea</a:t>
            </a:r>
            <a:r>
              <a:rPr sz="1600">
                <a:latin typeface="Helvetica Neue"/>
                <a:ea typeface="Helvetica Neue"/>
                <a:cs typeface="Helvetica Neue"/>
              </a:rPr>
              <a:t> </a:t>
            </a:r>
            <a:r>
              <a:rPr sz="1600">
                <a:latin typeface="Helvetica Neue"/>
                <a:ea typeface="Helvetica Neue"/>
                <a:cs typeface="Helvetica Neue"/>
              </a:rPr>
              <a:t>dictumst</a:t>
            </a:r>
            <a:r>
              <a:rPr sz="1600">
                <a:latin typeface="Helvetica Neue"/>
                <a:ea typeface="Helvetica Neue"/>
                <a:cs typeface="Helvetica Neue"/>
              </a:rPr>
              <a:t>. </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Lorem ipsum dolor sit </a:t>
            </a:r>
            <a:r>
              <a:rPr sz="1600">
                <a:latin typeface="Helvetica Neue"/>
                <a:ea typeface="Helvetica Neue"/>
                <a:cs typeface="Helvetica Neue"/>
              </a:rPr>
              <a:t>amet</a:t>
            </a:r>
            <a:r>
              <a:rPr sz="1600">
                <a:latin typeface="Helvetica Neue"/>
                <a:ea typeface="Helvetica Neue"/>
                <a:cs typeface="Helvetica Neue"/>
              </a:rPr>
              <a:t>, </a:t>
            </a:r>
            <a:r>
              <a:rPr sz="1600">
                <a:latin typeface="Helvetica Neue"/>
                <a:ea typeface="Helvetica Neue"/>
                <a:cs typeface="Helvetica Neue"/>
              </a:rPr>
              <a:t>consectetur</a:t>
            </a:r>
            <a:r>
              <a:rPr sz="1600">
                <a:latin typeface="Helvetica Neue"/>
                <a:ea typeface="Helvetica Neue"/>
                <a:cs typeface="Helvetica Neue"/>
              </a:rPr>
              <a:t> </a:t>
            </a:r>
            <a:r>
              <a:rPr sz="1600">
                <a:latin typeface="Helvetica Neue"/>
                <a:ea typeface="Helvetica Neue"/>
                <a:cs typeface="Helvetica Neue"/>
              </a:rPr>
              <a:t>adipiscing</a:t>
            </a:r>
            <a:r>
              <a:rPr sz="1600">
                <a:latin typeface="Helvetica Neue"/>
                <a:ea typeface="Helvetica Neue"/>
                <a:cs typeface="Helvetica Neue"/>
              </a:rPr>
              <a:t> </a:t>
            </a:r>
            <a:r>
              <a:rPr sz="1600">
                <a:latin typeface="Helvetica Neue"/>
                <a:ea typeface="Helvetica Neue"/>
                <a:cs typeface="Helvetica Neue"/>
              </a:rPr>
              <a:t>elit</a:t>
            </a:r>
            <a:r>
              <a:rPr sz="1600">
                <a:latin typeface="Helvetica Neue"/>
                <a:ea typeface="Helvetica Neue"/>
                <a:cs typeface="Helvetica Neue"/>
              </a:rPr>
              <a:t>. </a:t>
            </a:r>
            <a:r>
              <a:rPr sz="1600">
                <a:latin typeface="Helvetica Neue"/>
                <a:ea typeface="Helvetica Neue"/>
                <a:cs typeface="Helvetica Neue"/>
              </a:rPr>
              <a:t>Pellentesque</a:t>
            </a:r>
            <a:r>
              <a:rPr sz="1600">
                <a:latin typeface="Helvetica Neue"/>
                <a:ea typeface="Helvetica Neue"/>
                <a:cs typeface="Helvetica Neue"/>
              </a:rPr>
              <a:t> </a:t>
            </a:r>
            <a:r>
              <a:rPr sz="1600">
                <a:latin typeface="Helvetica Neue"/>
                <a:ea typeface="Helvetica Neue"/>
                <a:cs typeface="Helvetica Neue"/>
              </a:rPr>
              <a:t>ultricies</a:t>
            </a:r>
            <a:r>
              <a:rPr sz="1600">
                <a:latin typeface="Helvetica Neue"/>
                <a:ea typeface="Helvetica Neue"/>
                <a:cs typeface="Helvetica Neue"/>
              </a:rPr>
              <a:t> </a:t>
            </a:r>
            <a:r>
              <a:rPr sz="1600">
                <a:latin typeface="Helvetica Neue"/>
                <a:ea typeface="Helvetica Neue"/>
                <a:cs typeface="Helvetica Neue"/>
              </a:rPr>
              <a:t>quam</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luctus</a:t>
            </a:r>
            <a:r>
              <a:rPr sz="1600">
                <a:latin typeface="Helvetica Neue"/>
                <a:ea typeface="Helvetica Neue"/>
                <a:cs typeface="Helvetica Neue"/>
              </a:rPr>
              <a:t> cursus. </a:t>
            </a:r>
            <a:r>
              <a:rPr sz="1600">
                <a:latin typeface="Helvetica Neue"/>
                <a:ea typeface="Helvetica Neue"/>
                <a:cs typeface="Helvetica Neue"/>
              </a:rPr>
              <a:t>Nullam</a:t>
            </a:r>
            <a:r>
              <a:rPr sz="1600">
                <a:latin typeface="Helvetica Neue"/>
                <a:ea typeface="Helvetica Neue"/>
                <a:cs typeface="Helvetica Neue"/>
              </a:rPr>
              <a:t> pharetra </a:t>
            </a:r>
            <a:r>
              <a:rPr sz="1600">
                <a:latin typeface="Helvetica Neue"/>
                <a:ea typeface="Helvetica Neue"/>
                <a:cs typeface="Helvetica Neue"/>
              </a:rPr>
              <a:t>mauris</a:t>
            </a:r>
            <a:r>
              <a:rPr sz="1600">
                <a:latin typeface="Helvetica Neue"/>
                <a:ea typeface="Helvetica Neue"/>
                <a:cs typeface="Helvetica Neue"/>
              </a:rPr>
              <a:t> </a:t>
            </a:r>
            <a:r>
              <a:rPr sz="1600">
                <a:latin typeface="Helvetica Neue"/>
                <a:ea typeface="Helvetica Neue"/>
                <a:cs typeface="Helvetica Neue"/>
              </a:rPr>
              <a:t>tortor</a:t>
            </a:r>
            <a:r>
              <a:rPr sz="1600">
                <a:latin typeface="Helvetica Neue"/>
                <a:ea typeface="Helvetica Neue"/>
                <a:cs typeface="Helvetica Neue"/>
              </a:rPr>
              <a:t>. In hac </a:t>
            </a:r>
            <a:r>
              <a:rPr sz="1600">
                <a:latin typeface="Helvetica Neue"/>
                <a:ea typeface="Helvetica Neue"/>
                <a:cs typeface="Helvetica Neue"/>
              </a:rPr>
              <a:t>habitasse</a:t>
            </a:r>
            <a:r>
              <a:rPr sz="1600">
                <a:latin typeface="Helvetica Neue"/>
                <a:ea typeface="Helvetica Neue"/>
                <a:cs typeface="Helvetica Neue"/>
              </a:rPr>
              <a:t> </a:t>
            </a:r>
            <a:r>
              <a:rPr sz="1600">
                <a:latin typeface="Helvetica Neue"/>
                <a:ea typeface="Helvetica Neue"/>
                <a:cs typeface="Helvetica Neue"/>
              </a:rPr>
              <a:t>platea</a:t>
            </a:r>
            <a:r>
              <a:rPr sz="1600">
                <a:latin typeface="Helvetica Neue"/>
                <a:ea typeface="Helvetica Neue"/>
                <a:cs typeface="Helvetica Neue"/>
              </a:rPr>
              <a:t> </a:t>
            </a:r>
            <a:r>
              <a:rPr sz="1600">
                <a:latin typeface="Helvetica Neue"/>
                <a:ea typeface="Helvetica Neue"/>
                <a:cs typeface="Helvetica Neue"/>
              </a:rPr>
              <a:t>dictumst</a:t>
            </a:r>
            <a:r>
              <a:rPr sz="1600">
                <a:latin typeface="Helvetica Neue"/>
                <a:ea typeface="Helvetica Neue"/>
                <a:cs typeface="Helvetica Neue"/>
              </a:rPr>
              <a:t>. Proin </a:t>
            </a:r>
            <a:r>
              <a:rPr sz="1600">
                <a:latin typeface="Helvetica Neue"/>
                <a:ea typeface="Helvetica Neue"/>
                <a:cs typeface="Helvetica Neue"/>
              </a:rPr>
              <a:t>mattis</a:t>
            </a:r>
            <a:r>
              <a:rPr sz="1600">
                <a:latin typeface="Helvetica Neue"/>
                <a:ea typeface="Helvetica Neue"/>
                <a:cs typeface="Helvetica Neue"/>
              </a:rPr>
              <a:t> </a:t>
            </a:r>
            <a:r>
              <a:rPr sz="1600">
                <a:latin typeface="Helvetica Neue"/>
                <a:ea typeface="Helvetica Neue"/>
                <a:cs typeface="Helvetica Neue"/>
              </a:rPr>
              <a:t>nibh</a:t>
            </a:r>
            <a:r>
              <a:rPr sz="1600">
                <a:latin typeface="Helvetica Neue"/>
                <a:ea typeface="Helvetica Neue"/>
                <a:cs typeface="Helvetica Neue"/>
              </a:rPr>
              <a:t> </a:t>
            </a:r>
            <a:r>
              <a:rPr sz="1600">
                <a:latin typeface="Helvetica Neue"/>
                <a:ea typeface="Helvetica Neue"/>
                <a:cs typeface="Helvetica Neue"/>
              </a:rPr>
              <a:t>risus</a:t>
            </a:r>
            <a:r>
              <a:rPr sz="1600">
                <a:latin typeface="Helvetica Neue"/>
                <a:ea typeface="Helvetica Neue"/>
                <a:cs typeface="Helvetica Neue"/>
              </a:rPr>
              <a:t>. </a:t>
            </a:r>
            <a:r>
              <a:rPr sz="1600">
                <a:latin typeface="Helvetica Neue"/>
                <a:ea typeface="Helvetica Neue"/>
                <a:cs typeface="Helvetica Neue"/>
              </a:rPr>
              <a:t>Nulla</a:t>
            </a:r>
            <a:r>
              <a:rPr sz="1600">
                <a:latin typeface="Helvetica Neue"/>
                <a:ea typeface="Helvetica Neue"/>
                <a:cs typeface="Helvetica Neue"/>
              </a:rPr>
              <a:t> </a:t>
            </a:r>
            <a:r>
              <a:rPr sz="1600">
                <a:latin typeface="Helvetica Neue"/>
                <a:ea typeface="Helvetica Neue"/>
                <a:cs typeface="Helvetica Neue"/>
              </a:rPr>
              <a:t>tempor</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elementum</a:t>
            </a:r>
            <a:r>
              <a:rPr sz="1600">
                <a:latin typeface="Helvetica Neue"/>
                <a:ea typeface="Helvetica Neue"/>
                <a:cs typeface="Helvetica Neue"/>
              </a:rPr>
              <a:t> </a:t>
            </a:r>
            <a:r>
              <a:rPr sz="1600">
                <a:latin typeface="Helvetica Neue"/>
                <a:ea typeface="Helvetica Neue"/>
                <a:cs typeface="Helvetica Neue"/>
              </a:rPr>
              <a:t>dapibus</a:t>
            </a:r>
            <a:r>
              <a:rPr sz="1600">
                <a:latin typeface="Helvetica Neue"/>
                <a:ea typeface="Helvetica Neue"/>
                <a:cs typeface="Helvetica Neue"/>
              </a:rPr>
              <a:t>. Nam non ante quis </a:t>
            </a:r>
            <a:r>
              <a:rPr sz="1600">
                <a:latin typeface="Helvetica Neue"/>
                <a:ea typeface="Helvetica Neue"/>
                <a:cs typeface="Helvetica Neue"/>
              </a:rPr>
              <a:t>enim</a:t>
            </a:r>
            <a:r>
              <a:rPr sz="1600">
                <a:latin typeface="Helvetica Neue"/>
                <a:ea typeface="Helvetica Neue"/>
                <a:cs typeface="Helvetica Neue"/>
              </a:rPr>
              <a:t> </a:t>
            </a:r>
            <a:r>
              <a:rPr sz="1600">
                <a:latin typeface="Helvetica Neue"/>
                <a:ea typeface="Helvetica Neue"/>
                <a:cs typeface="Helvetica Neue"/>
              </a:rPr>
              <a:t>fringilla</a:t>
            </a:r>
            <a:r>
              <a:rPr sz="1600">
                <a:latin typeface="Helvetica Neue"/>
                <a:ea typeface="Helvetica Neue"/>
                <a:cs typeface="Helvetica Neue"/>
              </a:rPr>
              <a:t> tempus nec in </a:t>
            </a:r>
            <a:r>
              <a:rPr sz="1600">
                <a:latin typeface="Helvetica Neue"/>
                <a:ea typeface="Helvetica Neue"/>
                <a:cs typeface="Helvetica Neue"/>
              </a:rPr>
              <a:t>lectus</a:t>
            </a:r>
            <a:r>
              <a:rPr sz="1600">
                <a:latin typeface="Helvetica Neue"/>
                <a:ea typeface="Helvetica Neue"/>
                <a:cs typeface="Helvetica Neue"/>
              </a:rPr>
              <a:t>. In hac </a:t>
            </a:r>
            <a:r>
              <a:rPr sz="1600">
                <a:latin typeface="Helvetica Neue"/>
                <a:ea typeface="Helvetica Neue"/>
                <a:cs typeface="Helvetica Neue"/>
              </a:rPr>
              <a:t>habitasse</a:t>
            </a:r>
            <a:r>
              <a:rPr sz="1600">
                <a:latin typeface="Helvetica Neue"/>
                <a:ea typeface="Helvetica Neue"/>
                <a:cs typeface="Helvetica Neue"/>
              </a:rPr>
              <a:t> </a:t>
            </a:r>
            <a:r>
              <a:rPr sz="1600">
                <a:latin typeface="Helvetica Neue"/>
                <a:ea typeface="Helvetica Neue"/>
                <a:cs typeface="Helvetica Neue"/>
              </a:rPr>
              <a:t>platea</a:t>
            </a:r>
            <a:r>
              <a:rPr sz="1600">
                <a:latin typeface="Helvetica Neue"/>
                <a:ea typeface="Helvetica Neue"/>
                <a:cs typeface="Helvetica Neue"/>
              </a:rPr>
              <a:t> </a:t>
            </a:r>
            <a:r>
              <a:rPr sz="1600">
                <a:latin typeface="Helvetica Neue"/>
                <a:ea typeface="Helvetica Neue"/>
                <a:cs typeface="Helvetica Neue"/>
              </a:rPr>
              <a:t>dictumst</a:t>
            </a:r>
            <a:endParaRPr sz="1600">
              <a:latin typeface="Helvetica Neue"/>
              <a:ea typeface="Helvetica Neue"/>
              <a:cs typeface="Helvetica Neue"/>
            </a:endParaRPr>
          </a:p>
        </p:txBody>
      </p:sp>
      <p:sp>
        <p:nvSpPr>
          <p:cNvPr id="5" name="Google Shape;534;p58">
            <a:extLst xmlns:a="http://schemas.openxmlformats.org/drawingml/2006/main">
              <a:ext uri="{FF2B5EF4-FFF2-40B4-BE49-F238E27FC236}">
                <a16:creationId xmlns:a16="http://schemas.microsoft.com/office/drawing/2014/main" id="{EC39CC4A-7702-F34C-BFC1-C34643FFFDEE}"/>
              </a:ext>
            </a:extLst>
          </p:cNvPr>
          <p:cNvSpPr>
            <a:spLocks xmlns:a="http://schemas.openxmlformats.org/drawingml/2006/main" noGrp="1"/>
          </p:cNvSpPr>
          <p:nvPr/>
        </p:nvSpPr>
        <p:spPr>
          <a:xfrm xmlns:a="http://schemas.openxmlformats.org/drawingml/2006/main">
            <a:off x="393700" y="1436666"/>
            <a:ext cx="5537200" cy="719318"/>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2000">
                <a:latin typeface="+mj-lt"/>
                <a:ea typeface="+mj-lt"/>
                <a:cs typeface="+mj-lt"/>
              </a:rPr>
              <a:t>Lorem ipsum dolor sit </a:t>
            </a:r>
            <a:r>
              <a:rPr sz="2000">
                <a:latin typeface="+mj-lt"/>
                <a:ea typeface="+mj-lt"/>
                <a:cs typeface="+mj-lt"/>
              </a:rPr>
              <a:t>amet</a:t>
            </a:r>
            <a:r>
              <a:rPr sz="2000">
                <a:latin typeface="+mj-lt"/>
                <a:ea typeface="+mj-lt"/>
                <a:cs typeface="+mj-lt"/>
              </a:rPr>
              <a:t>, </a:t>
            </a:r>
            <a:r>
              <a:rPr sz="2000">
                <a:latin typeface="+mj-lt"/>
                <a:ea typeface="+mj-lt"/>
                <a:cs typeface="+mj-lt"/>
              </a:rPr>
              <a:t>consectetur</a:t>
            </a:r>
            <a:r>
              <a:rPr sz="2000">
                <a:latin typeface="+mj-lt"/>
                <a:ea typeface="+mj-lt"/>
                <a:cs typeface="+mj-lt"/>
              </a:rPr>
              <a:t> </a:t>
            </a:r>
            <a:r>
              <a:rPr sz="2000">
                <a:latin typeface="+mj-lt"/>
                <a:ea typeface="+mj-lt"/>
                <a:cs typeface="+mj-lt"/>
              </a:rPr>
              <a:t>adipiscing</a:t>
            </a:r>
            <a:r>
              <a:rPr sz="2000">
                <a:latin typeface="+mj-lt"/>
                <a:ea typeface="+mj-lt"/>
                <a:cs typeface="+mj-lt"/>
              </a:rPr>
              <a:t> </a:t>
            </a:r>
            <a:r>
              <a:rPr sz="2000">
                <a:latin typeface="+mj-lt"/>
                <a:ea typeface="+mj-lt"/>
                <a:cs typeface="+mj-lt"/>
              </a:rPr>
              <a:t>elit</a:t>
            </a:r>
            <a:r>
              <a:rPr sz="2000">
                <a:latin typeface="+mj-lt"/>
                <a:ea typeface="+mj-lt"/>
                <a:cs typeface="+mj-lt"/>
              </a:rPr>
              <a:t>. </a:t>
            </a:r>
            <a:r>
              <a:rPr sz="2000">
                <a:latin typeface="+mj-lt"/>
                <a:ea typeface="+mj-lt"/>
                <a:cs typeface="+mj-lt"/>
              </a:rPr>
              <a:t>Pellentesque</a:t>
            </a:r>
            <a:r>
              <a:rPr sz="2000">
                <a:latin typeface="+mj-lt"/>
                <a:ea typeface="+mj-lt"/>
                <a:cs typeface="+mj-lt"/>
              </a:rPr>
              <a:t> </a:t>
            </a:r>
            <a:r>
              <a:rPr sz="2000">
                <a:latin typeface="+mj-lt"/>
                <a:ea typeface="+mj-lt"/>
                <a:cs typeface="+mj-lt"/>
              </a:rPr>
              <a:t>ultricies</a:t>
            </a:r>
            <a:r>
              <a:rPr sz="2000">
                <a:latin typeface="+mj-lt"/>
                <a:ea typeface="+mj-lt"/>
                <a:cs typeface="+mj-lt"/>
              </a:rPr>
              <a:t>.</a:t>
            </a:r>
          </a:p>
        </p:txBody>
      </p:sp>
      <p:sp>
        <p:nvSpPr>
          <p:cNvPr id="27" name="Content Placeholder 10">
            <a:extLst xmlns:a="http://schemas.openxmlformats.org/drawingml/2006/main">
              <a:ext uri="{FF2B5EF4-FFF2-40B4-BE49-F238E27FC236}">
                <a16:creationId xmlns:a16="http://schemas.microsoft.com/office/drawing/2014/main" id="{B4FA777D-1E43-2118-018B-D684DB7EFEF1}"/>
              </a:ext>
            </a:extLst>
          </p:cNvPr>
          <p:cNvSpPr>
            <a:spLocks xmlns:a="http://schemas.openxmlformats.org/drawingml/2006/main" noGrp="1"/>
          </p:cNvSpPr>
          <p:nvPr/>
        </p:nvSpPr>
        <p:spPr>
          <a:xfrm xmlns:a="http://schemas.openxmlformats.org/drawingml/2006/main">
            <a:off x="6648104" y="2184252"/>
            <a:ext cx="5014766" cy="59753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pPr>
            <a:r>
              <a:rPr sz="1400" b="0" i="0" u="none" cap="none" spc="0">
                <a:ln>
                  <a:noFill/>
                </a:ln>
                <a:latin typeface="Helvetica Neue"/>
                <a:ea typeface="Helvetica Neue"/>
                <a:cs typeface="Helvetica Neue"/>
              </a:rPr>
              <a:t>Lorem ipsum dolor sit </a:t>
            </a:r>
            <a:r>
              <a:rPr sz="1400" b="0" i="0" u="none" cap="none" spc="0">
                <a:ln>
                  <a:noFill/>
                </a:ln>
                <a:latin typeface="Helvetica Neue"/>
                <a:ea typeface="Helvetica Neue"/>
                <a:cs typeface="Helvetica Neue"/>
              </a:rPr>
              <a:t>amet</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consectetur</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adipiscing</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elit</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Pellentesque</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ultricies</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quam</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ut</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massa</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luctus</a:t>
            </a:r>
            <a:r>
              <a:rPr sz="1400" b="0" i="0" u="none" cap="none" spc="0">
                <a:ln>
                  <a:noFill/>
                </a:ln>
                <a:latin typeface="Helvetica Neue"/>
                <a:ea typeface="Helvetica Neue"/>
                <a:cs typeface="Helvetica Neue"/>
              </a:rPr>
              <a:t>. </a:t>
            </a:r>
          </a:p>
        </p:txBody>
      </p:sp>
      <p:sp>
        <p:nvSpPr>
          <p:cNvPr id="28" name="TextBox 27">
            <a:extLst xmlns:a="http://schemas.openxmlformats.org/drawingml/2006/main">
              <a:ext uri="{FF2B5EF4-FFF2-40B4-BE49-F238E27FC236}">
                <a16:creationId xmlns:a16="http://schemas.microsoft.com/office/drawing/2014/main" id="{F2F01BD9-1359-C69B-3F1A-A36534227FFE}"/>
              </a:ext>
            </a:extLst>
          </p:cNvPr>
          <p:cNvSpPr>
            <a:spLocks xmlns:a="http://schemas.openxmlformats.org/drawingml/2006/main" noGrp="1"/>
          </p:cNvSpPr>
          <p:nvPr/>
        </p:nvSpPr>
        <p:spPr>
          <a:xfrm xmlns:a="http://schemas.openxmlformats.org/drawingml/2006/main">
            <a:off x="6644793" y="1813255"/>
            <a:ext cx="5014766" cy="22339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400" b="0" i="0" u="none" cap="none" spc="0">
                <a:ln>
                  <a:noFill/>
                </a:ln>
                <a:solidFill>
                  <a:srgbClr val="3357B8"/>
                </a:solidFill>
                <a:latin typeface="Helvetica Neue Medium"/>
                <a:ea typeface="Helvetica Neue Medium"/>
                <a:cs typeface="Helvetica Neue Medium"/>
              </a:rPr>
              <a:t>Topic title goes here</a:t>
            </a:r>
          </a:p>
        </p:txBody>
      </p:sp>
      <p:sp>
        <p:nvSpPr>
          <p:cNvPr id="2" name="Rounded Rectangle 1">
            <a:extLst xmlns:a="http://schemas.openxmlformats.org/drawingml/2006/main">
              <a:ext uri="{FF2B5EF4-FFF2-40B4-BE49-F238E27FC236}">
                <a16:creationId xmlns:a16="http://schemas.microsoft.com/office/drawing/2014/main" id="{3C99D68F-34ED-A722-D7DB-03942B0B77DB}"/>
              </a:ext>
            </a:extLst>
          </p:cNvPr>
          <p:cNvSpPr>
            <a:spLocks xmlns:a="http://schemas.openxmlformats.org/drawingml/2006/main" noGrp="1"/>
          </p:cNvSpPr>
          <p:nvPr/>
        </p:nvSpPr>
        <p:spPr>
          <a:xfrm xmlns:a="http://schemas.openxmlformats.org/drawingml/2006/main">
            <a:off x="6405842" y="1521935"/>
            <a:ext cx="5394187" cy="1393857"/>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4" name="Content Placeholder 10">
            <a:extLst xmlns:a="http://schemas.openxmlformats.org/drawingml/2006/main">
              <a:ext uri="{FF2B5EF4-FFF2-40B4-BE49-F238E27FC236}">
                <a16:creationId xmlns:a16="http://schemas.microsoft.com/office/drawing/2014/main" id="{32674159-B6E6-B9EF-D753-5EF1E687140B}"/>
              </a:ext>
            </a:extLst>
          </p:cNvPr>
          <p:cNvSpPr>
            <a:spLocks xmlns:a="http://schemas.openxmlformats.org/drawingml/2006/main" noGrp="1"/>
          </p:cNvSpPr>
          <p:nvPr/>
        </p:nvSpPr>
        <p:spPr>
          <a:xfrm xmlns:a="http://schemas.openxmlformats.org/drawingml/2006/main">
            <a:off x="6648104" y="3693012"/>
            <a:ext cx="5014766" cy="59753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pPr>
            <a:r>
              <a:rPr sz="1400" b="0" i="0" u="none" cap="none" spc="0">
                <a:ln>
                  <a:noFill/>
                </a:ln>
                <a:latin typeface="Helvetica Neue"/>
                <a:ea typeface="Helvetica Neue"/>
                <a:cs typeface="Helvetica Neue"/>
              </a:rPr>
              <a:t>Lorem ipsum dolor sit </a:t>
            </a:r>
            <a:r>
              <a:rPr sz="1400" b="0" i="0" u="none" cap="none" spc="0">
                <a:ln>
                  <a:noFill/>
                </a:ln>
                <a:latin typeface="Helvetica Neue"/>
                <a:ea typeface="Helvetica Neue"/>
                <a:cs typeface="Helvetica Neue"/>
              </a:rPr>
              <a:t>amet</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consectetur</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adipiscing</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elit</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Pellentesque</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ultricies</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quam</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ut</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massa</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luctus</a:t>
            </a:r>
            <a:r>
              <a:rPr sz="1400" b="0" i="0" u="none" cap="none" spc="0">
                <a:ln>
                  <a:noFill/>
                </a:ln>
                <a:latin typeface="Helvetica Neue"/>
                <a:ea typeface="Helvetica Neue"/>
                <a:cs typeface="Helvetica Neue"/>
              </a:rPr>
              <a:t>. </a:t>
            </a:r>
          </a:p>
        </p:txBody>
      </p:sp>
      <p:sp>
        <p:nvSpPr>
          <p:cNvPr id="6" name="TextBox 5">
            <a:extLst xmlns:a="http://schemas.openxmlformats.org/drawingml/2006/main">
              <a:ext uri="{FF2B5EF4-FFF2-40B4-BE49-F238E27FC236}">
                <a16:creationId xmlns:a16="http://schemas.microsoft.com/office/drawing/2014/main" id="{57D84212-7716-6AFC-2CCA-1118E41834EC}"/>
              </a:ext>
            </a:extLst>
          </p:cNvPr>
          <p:cNvSpPr>
            <a:spLocks xmlns:a="http://schemas.openxmlformats.org/drawingml/2006/main" noGrp="1"/>
          </p:cNvSpPr>
          <p:nvPr/>
        </p:nvSpPr>
        <p:spPr>
          <a:xfrm xmlns:a="http://schemas.openxmlformats.org/drawingml/2006/main">
            <a:off x="6644793" y="3322015"/>
            <a:ext cx="5014766" cy="22339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400" b="0" i="0" u="none" cap="none" spc="0">
                <a:ln>
                  <a:noFill/>
                </a:ln>
                <a:solidFill>
                  <a:srgbClr val="3357B8"/>
                </a:solidFill>
                <a:latin typeface="Helvetica Neue Medium"/>
                <a:ea typeface="Helvetica Neue Medium"/>
                <a:cs typeface="Helvetica Neue Medium"/>
              </a:rPr>
              <a:t>Topic title goes here</a:t>
            </a:r>
          </a:p>
        </p:txBody>
      </p:sp>
      <p:sp>
        <p:nvSpPr>
          <p:cNvPr id="7" name="Rounded Rectangle 6">
            <a:extLst xmlns:a="http://schemas.openxmlformats.org/drawingml/2006/main">
              <a:ext uri="{FF2B5EF4-FFF2-40B4-BE49-F238E27FC236}">
                <a16:creationId xmlns:a16="http://schemas.microsoft.com/office/drawing/2014/main" id="{520BED9B-3AD0-B986-23FF-346EFF8EE6FA}"/>
              </a:ext>
            </a:extLst>
          </p:cNvPr>
          <p:cNvSpPr>
            <a:spLocks xmlns:a="http://schemas.openxmlformats.org/drawingml/2006/main" noGrp="1"/>
          </p:cNvSpPr>
          <p:nvPr/>
        </p:nvSpPr>
        <p:spPr>
          <a:xfrm xmlns:a="http://schemas.openxmlformats.org/drawingml/2006/main">
            <a:off x="6405842" y="3030695"/>
            <a:ext cx="5394187" cy="1393857"/>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8" name="Content Placeholder 10">
            <a:extLst xmlns:a="http://schemas.openxmlformats.org/drawingml/2006/main">
              <a:ext uri="{FF2B5EF4-FFF2-40B4-BE49-F238E27FC236}">
                <a16:creationId xmlns:a16="http://schemas.microsoft.com/office/drawing/2014/main" id="{58865802-6967-7210-3371-DEA6828B57A2}"/>
              </a:ext>
            </a:extLst>
          </p:cNvPr>
          <p:cNvSpPr>
            <a:spLocks xmlns:a="http://schemas.openxmlformats.org/drawingml/2006/main" noGrp="1"/>
          </p:cNvSpPr>
          <p:nvPr/>
        </p:nvSpPr>
        <p:spPr>
          <a:xfrm xmlns:a="http://schemas.openxmlformats.org/drawingml/2006/main">
            <a:off x="6648105" y="5201772"/>
            <a:ext cx="5014766" cy="59753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pPr>
            <a:r>
              <a:rPr sz="1400" b="0" i="0" u="none" cap="none" spc="0">
                <a:ln>
                  <a:noFill/>
                </a:ln>
                <a:latin typeface="Helvetica Neue"/>
                <a:ea typeface="Helvetica Neue"/>
                <a:cs typeface="Helvetica Neue"/>
              </a:rPr>
              <a:t>Lorem ipsum dolor sit </a:t>
            </a:r>
            <a:r>
              <a:rPr sz="1400" b="0" i="0" u="none" cap="none" spc="0">
                <a:ln>
                  <a:noFill/>
                </a:ln>
                <a:latin typeface="Helvetica Neue"/>
                <a:ea typeface="Helvetica Neue"/>
                <a:cs typeface="Helvetica Neue"/>
              </a:rPr>
              <a:t>amet</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consectetur</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adipiscing</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elit</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Pellentesque</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ultricies</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quam</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ut</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massa</a:t>
            </a:r>
            <a:r>
              <a:rPr sz="1400" b="0" i="0" u="none" cap="none" spc="0">
                <a:ln>
                  <a:noFill/>
                </a:ln>
                <a:latin typeface="Helvetica Neue"/>
                <a:ea typeface="Helvetica Neue"/>
                <a:cs typeface="Helvetica Neue"/>
              </a:rPr>
              <a:t> </a:t>
            </a:r>
            <a:r>
              <a:rPr sz="1400" b="0" i="0" u="none" cap="none" spc="0">
                <a:ln>
                  <a:noFill/>
                </a:ln>
                <a:latin typeface="Helvetica Neue"/>
                <a:ea typeface="Helvetica Neue"/>
                <a:cs typeface="Helvetica Neue"/>
              </a:rPr>
              <a:t>luctus</a:t>
            </a:r>
            <a:r>
              <a:rPr sz="1400" b="0" i="0" u="none" cap="none" spc="0">
                <a:ln>
                  <a:noFill/>
                </a:ln>
                <a:latin typeface="Helvetica Neue"/>
                <a:ea typeface="Helvetica Neue"/>
                <a:cs typeface="Helvetica Neue"/>
              </a:rPr>
              <a:t>. </a:t>
            </a:r>
          </a:p>
        </p:txBody>
      </p:sp>
      <p:sp>
        <p:nvSpPr>
          <p:cNvPr id="9" name="TextBox 8">
            <a:extLst xmlns:a="http://schemas.openxmlformats.org/drawingml/2006/main">
              <a:ext uri="{FF2B5EF4-FFF2-40B4-BE49-F238E27FC236}">
                <a16:creationId xmlns:a16="http://schemas.microsoft.com/office/drawing/2014/main" id="{DD2FEB2E-B2D7-376B-AFC1-B25E2E37C15B}"/>
              </a:ext>
            </a:extLst>
          </p:cNvPr>
          <p:cNvSpPr>
            <a:spLocks xmlns:a="http://schemas.openxmlformats.org/drawingml/2006/main" noGrp="1"/>
          </p:cNvSpPr>
          <p:nvPr/>
        </p:nvSpPr>
        <p:spPr>
          <a:xfrm xmlns:a="http://schemas.openxmlformats.org/drawingml/2006/main">
            <a:off x="6644794" y="4830775"/>
            <a:ext cx="5014766" cy="22339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400" b="0" i="0" u="none" cap="none" spc="0">
                <a:ln>
                  <a:noFill/>
                </a:ln>
                <a:solidFill>
                  <a:srgbClr val="3357B8"/>
                </a:solidFill>
                <a:latin typeface="Helvetica Neue Medium"/>
                <a:ea typeface="Helvetica Neue Medium"/>
                <a:cs typeface="Helvetica Neue Medium"/>
              </a:rPr>
              <a:t>Topic title goes here</a:t>
            </a:r>
          </a:p>
        </p:txBody>
      </p:sp>
      <p:sp>
        <p:nvSpPr>
          <p:cNvPr id="10" name="Rounded Rectangle 9">
            <a:extLst xmlns:a="http://schemas.openxmlformats.org/drawingml/2006/main">
              <a:ext uri="{FF2B5EF4-FFF2-40B4-BE49-F238E27FC236}">
                <a16:creationId xmlns:a16="http://schemas.microsoft.com/office/drawing/2014/main" id="{F95C5540-5014-B354-3651-51BA127570AA}"/>
              </a:ext>
            </a:extLst>
          </p:cNvPr>
          <p:cNvSpPr>
            <a:spLocks xmlns:a="http://schemas.openxmlformats.org/drawingml/2006/main" noGrp="1"/>
          </p:cNvSpPr>
          <p:nvPr/>
        </p:nvSpPr>
        <p:spPr>
          <a:xfrm xmlns:a="http://schemas.openxmlformats.org/drawingml/2006/main">
            <a:off x="6405843" y="4539455"/>
            <a:ext cx="5394187" cy="1393857"/>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Tree>
    <p:extLst>
      <p:ext uri="{BB962C8B-B14F-4D97-AF65-F5344CB8AC3E}">
        <p14:creationId xmlns:p14="http://schemas.microsoft.com/office/powerpoint/2010/main" val="336614037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CCB27A2-1D9F-6514-0821-C7CC3F675523}"/>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6</a:t>
            </a:fld>
            <a:endParaRPr/>
          </a:p>
        </p:txBody>
      </p:sp>
      <p:sp>
        <p:nvSpPr>
          <p:cNvPr id="10" name="Rounded Rectangle 9">
            <a:extLst xmlns:a="http://schemas.openxmlformats.org/drawingml/2006/main">
              <a:ext uri="{FF2B5EF4-FFF2-40B4-BE49-F238E27FC236}">
                <a16:creationId xmlns:a16="http://schemas.microsoft.com/office/drawing/2014/main" id="{8B4C5563-C118-E2D4-2A1A-F84171FF9E48}"/>
              </a:ext>
            </a:extLst>
          </p:cNvPr>
          <p:cNvSpPr>
            <a:spLocks xmlns:a="http://schemas.openxmlformats.org/drawingml/2006/main" noGrp="1"/>
          </p:cNvSpPr>
          <p:nvPr/>
        </p:nvSpPr>
        <p:spPr>
          <a:xfrm xmlns:a="http://schemas.openxmlformats.org/drawingml/2006/main">
            <a:off x="4308953" y="3365501"/>
            <a:ext cx="3568700" cy="26289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1" name="Rounded Rectangle 10">
            <a:extLst xmlns:a="http://schemas.openxmlformats.org/drawingml/2006/main">
              <a:ext uri="{FF2B5EF4-FFF2-40B4-BE49-F238E27FC236}">
                <a16:creationId xmlns:a16="http://schemas.microsoft.com/office/drawing/2014/main" id="{87EC77EB-07E7-2818-9132-6416EC5EFF5D}"/>
              </a:ext>
            </a:extLst>
          </p:cNvPr>
          <p:cNvSpPr>
            <a:spLocks xmlns:a="http://schemas.openxmlformats.org/drawingml/2006/main" noGrp="1"/>
          </p:cNvSpPr>
          <p:nvPr/>
        </p:nvSpPr>
        <p:spPr>
          <a:xfrm xmlns:a="http://schemas.openxmlformats.org/drawingml/2006/main">
            <a:off x="8229600" y="3365501"/>
            <a:ext cx="3568700" cy="26289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2" name="Content Placeholder 9">
            <a:extLst xmlns:a="http://schemas.openxmlformats.org/drawingml/2006/main">
              <a:ext uri="{FF2B5EF4-FFF2-40B4-BE49-F238E27FC236}">
                <a16:creationId xmlns:a16="http://schemas.microsoft.com/office/drawing/2014/main" id="{14F9DBD7-0427-326B-17D5-5DD215C447E9}"/>
              </a:ext>
            </a:extLst>
          </p:cNvPr>
          <p:cNvSpPr>
            <a:spLocks xmlns:a="http://schemas.openxmlformats.org/drawingml/2006/main" noGrp="1"/>
          </p:cNvSpPr>
          <p:nvPr/>
        </p:nvSpPr>
        <p:spPr>
          <a:xfrm xmlns:a="http://schemas.openxmlformats.org/drawingml/2006/main">
            <a:off x="46218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solidFill>
                  <a:schemeClr val="accent1"/>
                </a:solidFill>
                <a:latin typeface="Roboto Medium"/>
                <a:ea typeface="Roboto Medium"/>
                <a:cs typeface="Roboto Medium"/>
              </a:rPr>
              <a:t>Title here</a:t>
            </a:r>
          </a:p>
          <a:p xmlns:a="http://schemas.openxmlformats.org/drawingml/2006/main">
            <a:pPr marL="0" indent="0">
              <a:lnSpc>
                <a:spcPct val="114000"/>
              </a:lnSpc>
              <a:spcBef>
                <a:spcPts val="0"/>
              </a:spcBef>
              <a:spcAft>
                <a:spcPts val="800"/>
              </a:spcAft>
              <a:buFont typeface="Arial"/>
              <a:buNone/>
            </a:pPr>
            <a:r>
              <a:rPr sz="1600">
                <a:solidFill>
                  <a:prstClr val="black"/>
                </a:solidFill>
              </a:rPr>
              <a:t>Lorem ipsum dolor sit </a:t>
            </a:r>
            <a:r>
              <a:rPr sz="1600">
                <a:solidFill>
                  <a:prstClr val="black"/>
                </a:solidFill>
              </a:rPr>
              <a:t>amet</a:t>
            </a:r>
            <a:r>
              <a:rPr sz="1600">
                <a:solidFill>
                  <a:prstClr val="black"/>
                </a:solidFill>
              </a:rPr>
              <a:t>, </a:t>
            </a:r>
            <a:r>
              <a:rPr sz="1600">
                <a:solidFill>
                  <a:prstClr val="black"/>
                </a:solidFill>
              </a:rPr>
              <a:t>consectetur</a:t>
            </a:r>
            <a:r>
              <a:rPr sz="1600">
                <a:solidFill>
                  <a:prstClr val="black"/>
                </a:solidFill>
              </a:rPr>
              <a:t> </a:t>
            </a:r>
            <a:r>
              <a:rPr sz="1600">
                <a:solidFill>
                  <a:prstClr val="black"/>
                </a:solidFill>
              </a:rPr>
              <a:t>adipiscing</a:t>
            </a:r>
            <a:r>
              <a:rPr sz="1600">
                <a:solidFill>
                  <a:prstClr val="black"/>
                </a:solidFill>
              </a:rPr>
              <a:t> </a:t>
            </a:r>
            <a:r>
              <a:rPr sz="1600">
                <a:solidFill>
                  <a:prstClr val="black"/>
                </a:solidFill>
              </a:rPr>
              <a:t>elit</a:t>
            </a:r>
            <a:r>
              <a:rPr sz="1600">
                <a:solidFill>
                  <a:prstClr val="black"/>
                </a:solidFill>
              </a:rPr>
              <a:t>. </a:t>
            </a:r>
            <a:r>
              <a:rPr sz="1600">
                <a:solidFill>
                  <a:prstClr val="black"/>
                </a:solidFill>
              </a:rPr>
              <a:t>Pellentesque</a:t>
            </a:r>
            <a:r>
              <a:rPr sz="1600">
                <a:solidFill>
                  <a:prstClr val="black"/>
                </a:solidFill>
              </a:rPr>
              <a:t> </a:t>
            </a:r>
            <a:r>
              <a:rPr sz="1600">
                <a:solidFill>
                  <a:prstClr val="black"/>
                </a:solidFill>
              </a:rPr>
              <a:t>ultricies</a:t>
            </a:r>
            <a:r>
              <a:rPr sz="1600">
                <a:solidFill>
                  <a:prstClr val="black"/>
                </a:solidFill>
              </a:rPr>
              <a:t> </a:t>
            </a:r>
            <a:r>
              <a:rPr sz="1600">
                <a:solidFill>
                  <a:prstClr val="black"/>
                </a:solidFill>
              </a:rPr>
              <a:t>quam</a:t>
            </a:r>
            <a:r>
              <a:rPr sz="1600">
                <a:solidFill>
                  <a:prstClr val="black"/>
                </a:solidFill>
              </a:rPr>
              <a:t> </a:t>
            </a:r>
            <a:r>
              <a:rPr sz="1600">
                <a:solidFill>
                  <a:prstClr val="black"/>
                </a:solidFill>
              </a:rPr>
              <a:t>ut</a:t>
            </a:r>
            <a:r>
              <a:rPr sz="1600">
                <a:solidFill>
                  <a:prstClr val="black"/>
                </a:solidFill>
              </a:rPr>
              <a:t> </a:t>
            </a:r>
            <a:r>
              <a:rPr sz="1600">
                <a:solidFill>
                  <a:prstClr val="black"/>
                </a:solidFill>
              </a:rPr>
              <a:t>massa</a:t>
            </a:r>
            <a:r>
              <a:rPr sz="1600">
                <a:solidFill>
                  <a:prstClr val="black"/>
                </a:solidFill>
              </a:rPr>
              <a:t> </a:t>
            </a:r>
            <a:r>
              <a:rPr sz="1600">
                <a:solidFill>
                  <a:prstClr val="black"/>
                </a:solidFill>
              </a:rPr>
              <a:t>luctus</a:t>
            </a:r>
            <a:r>
              <a:rPr sz="1600">
                <a:solidFill>
                  <a:prstClr val="black"/>
                </a:solidFill>
              </a:rPr>
              <a:t> cursus.</a:t>
            </a:r>
            <a:endParaRPr sz="1600"/>
          </a:p>
        </p:txBody>
      </p:sp>
      <p:sp>
        <p:nvSpPr>
          <p:cNvPr id="13" name="Content Placeholder 10">
            <a:extLst xmlns:a="http://schemas.openxmlformats.org/drawingml/2006/main">
              <a:ext uri="{FF2B5EF4-FFF2-40B4-BE49-F238E27FC236}">
                <a16:creationId xmlns:a16="http://schemas.microsoft.com/office/drawing/2014/main" id="{A81FFF27-06E1-B925-B772-E8C07A029EE7}"/>
              </a:ext>
            </a:extLst>
          </p:cNvPr>
          <p:cNvSpPr>
            <a:spLocks xmlns:a="http://schemas.openxmlformats.org/drawingml/2006/main" noGrp="1"/>
          </p:cNvSpPr>
          <p:nvPr/>
        </p:nvSpPr>
        <p:spPr>
          <a:xfrm xmlns:a="http://schemas.openxmlformats.org/drawingml/2006/main">
            <a:off x="853609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solidFill>
                  <a:schemeClr val="accent1"/>
                </a:solidFill>
                <a:latin typeface="Roboto Medium"/>
                <a:ea typeface="Roboto Medium"/>
                <a:cs typeface="Roboto Medium"/>
              </a:rPr>
              <a:t>Title here</a:t>
            </a:r>
          </a:p>
          <a:p xmlns:a="http://schemas.openxmlformats.org/drawingml/2006/main">
            <a:pPr marL="0" indent="0">
              <a:lnSpc>
                <a:spcPct val="114000"/>
              </a:lnSpc>
              <a:spcBef>
                <a:spcPts val="0"/>
              </a:spcBef>
              <a:spcAft>
                <a:spcPts val="800"/>
              </a:spcAft>
              <a:buFont typeface="Arial"/>
              <a:buNone/>
            </a:pPr>
            <a:r>
              <a:rPr sz="1600">
                <a:solidFill>
                  <a:prstClr val="black"/>
                </a:solidFill>
              </a:rPr>
              <a:t>Lorem ipsum dolor sit </a:t>
            </a:r>
            <a:r>
              <a:rPr sz="1600">
                <a:solidFill>
                  <a:prstClr val="black"/>
                </a:solidFill>
              </a:rPr>
              <a:t>amet</a:t>
            </a:r>
            <a:r>
              <a:rPr sz="1600">
                <a:solidFill>
                  <a:prstClr val="black"/>
                </a:solidFill>
              </a:rPr>
              <a:t>, </a:t>
            </a:r>
            <a:r>
              <a:rPr sz="1600">
                <a:solidFill>
                  <a:prstClr val="black"/>
                </a:solidFill>
              </a:rPr>
              <a:t>consectetur</a:t>
            </a:r>
            <a:r>
              <a:rPr sz="1600">
                <a:solidFill>
                  <a:prstClr val="black"/>
                </a:solidFill>
              </a:rPr>
              <a:t> </a:t>
            </a:r>
            <a:r>
              <a:rPr sz="1600">
                <a:solidFill>
                  <a:prstClr val="black"/>
                </a:solidFill>
              </a:rPr>
              <a:t>adipiscing</a:t>
            </a:r>
            <a:r>
              <a:rPr sz="1600">
                <a:solidFill>
                  <a:prstClr val="black"/>
                </a:solidFill>
              </a:rPr>
              <a:t> </a:t>
            </a:r>
            <a:r>
              <a:rPr sz="1600">
                <a:solidFill>
                  <a:prstClr val="black"/>
                </a:solidFill>
              </a:rPr>
              <a:t>elit</a:t>
            </a:r>
            <a:r>
              <a:rPr sz="1600">
                <a:solidFill>
                  <a:prstClr val="black"/>
                </a:solidFill>
              </a:rPr>
              <a:t>. </a:t>
            </a:r>
            <a:r>
              <a:rPr sz="1600">
                <a:solidFill>
                  <a:prstClr val="black"/>
                </a:solidFill>
              </a:rPr>
              <a:t>Pellentesque</a:t>
            </a:r>
            <a:r>
              <a:rPr sz="1600">
                <a:solidFill>
                  <a:prstClr val="black"/>
                </a:solidFill>
              </a:rPr>
              <a:t> </a:t>
            </a:r>
            <a:r>
              <a:rPr sz="1600">
                <a:solidFill>
                  <a:prstClr val="black"/>
                </a:solidFill>
              </a:rPr>
              <a:t>ultricies</a:t>
            </a:r>
            <a:r>
              <a:rPr sz="1600">
                <a:solidFill>
                  <a:prstClr val="black"/>
                </a:solidFill>
              </a:rPr>
              <a:t> </a:t>
            </a:r>
            <a:r>
              <a:rPr sz="1600">
                <a:solidFill>
                  <a:prstClr val="black"/>
                </a:solidFill>
              </a:rPr>
              <a:t>quam</a:t>
            </a:r>
            <a:r>
              <a:rPr sz="1600">
                <a:solidFill>
                  <a:prstClr val="black"/>
                </a:solidFill>
              </a:rPr>
              <a:t> </a:t>
            </a:r>
            <a:r>
              <a:rPr sz="1600">
                <a:solidFill>
                  <a:prstClr val="black"/>
                </a:solidFill>
              </a:rPr>
              <a:t>ut</a:t>
            </a:r>
            <a:r>
              <a:rPr sz="1600">
                <a:solidFill>
                  <a:prstClr val="black"/>
                </a:solidFill>
              </a:rPr>
              <a:t> </a:t>
            </a:r>
            <a:r>
              <a:rPr sz="1600">
                <a:solidFill>
                  <a:prstClr val="black"/>
                </a:solidFill>
              </a:rPr>
              <a:t>massa</a:t>
            </a:r>
            <a:r>
              <a:rPr sz="1600">
                <a:solidFill>
                  <a:prstClr val="black"/>
                </a:solidFill>
              </a:rPr>
              <a:t> </a:t>
            </a:r>
            <a:r>
              <a:rPr sz="1600">
                <a:solidFill>
                  <a:prstClr val="black"/>
                </a:solidFill>
              </a:rPr>
              <a:t>luctus</a:t>
            </a:r>
            <a:r>
              <a:rPr sz="1600">
                <a:solidFill>
                  <a:prstClr val="black"/>
                </a:solidFill>
              </a:rPr>
              <a:t> cursus.</a:t>
            </a:r>
            <a:endParaRPr sz="1600"/>
          </a:p>
        </p:txBody>
      </p:sp>
      <p:sp>
        <p:nvSpPr>
          <p:cNvPr id="14" name="Google Shape;340;p61">
            <a:extLst xmlns:a="http://schemas.openxmlformats.org/drawingml/2006/main">
              <a:ext uri="{FF2B5EF4-FFF2-40B4-BE49-F238E27FC236}">
                <a16:creationId xmlns:a16="http://schemas.microsoft.com/office/drawing/2014/main" id="{D182FC54-B4D0-2FD9-7909-F4321F70186F}"/>
              </a:ext>
            </a:extLst>
          </p:cNvPr>
          <p:cNvSpPr>
            <a:spLocks xmlns:a="http://schemas.openxmlformats.org/drawingml/2006/main" noGrp="1"/>
          </p:cNvSpPr>
          <p:nvPr/>
        </p:nvSpPr>
        <p:spPr>
          <a:xfrm xmlns:a="http://schemas.openxmlformats.org/drawingml/2006/main">
            <a:off x="46276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5" name="Google Shape;340;p61">
            <a:extLst xmlns:a="http://schemas.openxmlformats.org/drawingml/2006/main">
              <a:ext uri="{FF2B5EF4-FFF2-40B4-BE49-F238E27FC236}">
                <a16:creationId xmlns:a16="http://schemas.microsoft.com/office/drawing/2014/main" id="{12304657-C94E-6AEC-95B3-FF04FD52D51C}"/>
              </a:ext>
            </a:extLst>
          </p:cNvPr>
          <p:cNvSpPr>
            <a:spLocks xmlns:a="http://schemas.openxmlformats.org/drawingml/2006/main" noGrp="1"/>
          </p:cNvSpPr>
          <p:nvPr/>
        </p:nvSpPr>
        <p:spPr>
          <a:xfrm xmlns:a="http://schemas.openxmlformats.org/drawingml/2006/main">
            <a:off x="8533270" y="3694102"/>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 name="Footer Placeholder 1">
            <a:extLst xmlns:a="http://schemas.openxmlformats.org/drawingml/2006/main">
              <a:ext uri="{FF2B5EF4-FFF2-40B4-BE49-F238E27FC236}">
                <a16:creationId xmlns:a16="http://schemas.microsoft.com/office/drawing/2014/main" id="{7FAC9A03-119F-393D-2295-2587BE7C4F73}"/>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4" name="Title 3">
            <a:extLst xmlns:a="http://schemas.openxmlformats.org/drawingml/2006/main">
              <a:ext uri="{FF2B5EF4-FFF2-40B4-BE49-F238E27FC236}">
                <a16:creationId xmlns:a16="http://schemas.microsoft.com/office/drawing/2014/main" id="{2F7C895E-DE9C-ED5D-5936-715D047B60E4}"/>
              </a:ext>
            </a:extLst>
          </p:cNvPr>
          <p:cNvSpPr>
            <a:spLocks xmlns:a="http://schemas.openxmlformats.org/drawingml/2006/main" noGrp="1"/>
          </p:cNvSpPr>
          <p:nvPr>
            <p:ph type="title" idx="0"/>
          </p:nvPr>
        </p:nvSpPr>
        <p:spPr>
          <a:xfrm xmlns:a="http://schemas.openxmlformats.org/drawingml/2006/main">
            <a:off x="393700" y="344008"/>
            <a:ext cx="11404600" cy="755665"/>
          </a:xfrm>
        </p:spPr>
        <p:txBody>
          <a:bodyPr xmlns:a="http://schemas.openxmlformats.org/drawingml/2006/main"/>
          <a:lstStyle xmlns:a="http://schemas.openxmlformats.org/drawingml/2006/main"/>
          <a:p xmlns:a="http://schemas.openxmlformats.org/drawingml/2006/main">
            <a:r>
              <a:rPr>
                <a:solidFill>
                  <a:schemeClr val="accent1"/>
                </a:solidFill>
              </a:rPr>
              <a:t>Intro with three callout cards</a:t>
            </a:r>
          </a:p>
        </p:txBody>
      </p:sp>
      <p:sp>
        <p:nvSpPr>
          <p:cNvPr id="5" name="Rounded Rectangle 4">
            <a:extLst xmlns:a="http://schemas.openxmlformats.org/drawingml/2006/main">
              <a:ext uri="{FF2B5EF4-FFF2-40B4-BE49-F238E27FC236}">
                <a16:creationId xmlns:a16="http://schemas.microsoft.com/office/drawing/2014/main" id="{E49F3E50-E7DD-037F-1687-7A3A08473928}"/>
              </a:ext>
            </a:extLst>
          </p:cNvPr>
          <p:cNvSpPr>
            <a:spLocks xmlns:a="http://schemas.openxmlformats.org/drawingml/2006/main" noGrp="1"/>
          </p:cNvSpPr>
          <p:nvPr/>
        </p:nvSpPr>
        <p:spPr>
          <a:xfrm xmlns:a="http://schemas.openxmlformats.org/drawingml/2006/main">
            <a:off x="422753" y="3365501"/>
            <a:ext cx="3568700" cy="26289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6" name="Content Placeholder 9">
            <a:extLst xmlns:a="http://schemas.openxmlformats.org/drawingml/2006/main">
              <a:ext uri="{FF2B5EF4-FFF2-40B4-BE49-F238E27FC236}">
                <a16:creationId xmlns:a16="http://schemas.microsoft.com/office/drawing/2014/main" id="{895137EF-1168-9543-8134-200AA74D8FBB}"/>
              </a:ext>
            </a:extLst>
          </p:cNvPr>
          <p:cNvSpPr>
            <a:spLocks xmlns:a="http://schemas.openxmlformats.org/drawingml/2006/main" noGrp="1"/>
          </p:cNvSpPr>
          <p:nvPr/>
        </p:nvSpPr>
        <p:spPr>
          <a:xfrm xmlns:a="http://schemas.openxmlformats.org/drawingml/2006/main">
            <a:off x="7356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solidFill>
                  <a:schemeClr val="accent1"/>
                </a:solidFill>
                <a:latin typeface="Roboto Medium"/>
                <a:ea typeface="Roboto Medium"/>
                <a:cs typeface="Roboto Medium"/>
              </a:rPr>
              <a:t>Title here</a:t>
            </a:r>
          </a:p>
          <a:p xmlns:a="http://schemas.openxmlformats.org/drawingml/2006/main">
            <a:pPr marL="0" indent="0">
              <a:lnSpc>
                <a:spcPct val="114000"/>
              </a:lnSpc>
              <a:spcBef>
                <a:spcPts val="0"/>
              </a:spcBef>
              <a:spcAft>
                <a:spcPts val="800"/>
              </a:spcAft>
              <a:buFont typeface="Arial"/>
              <a:buNone/>
            </a:pPr>
            <a:r>
              <a:rPr sz="1600">
                <a:solidFill>
                  <a:prstClr val="black"/>
                </a:solidFill>
              </a:rPr>
              <a:t>Lorem ipsum dolor sit </a:t>
            </a:r>
            <a:r>
              <a:rPr sz="1600">
                <a:solidFill>
                  <a:prstClr val="black"/>
                </a:solidFill>
              </a:rPr>
              <a:t>amet</a:t>
            </a:r>
            <a:r>
              <a:rPr sz="1600">
                <a:solidFill>
                  <a:prstClr val="black"/>
                </a:solidFill>
              </a:rPr>
              <a:t>, </a:t>
            </a:r>
            <a:r>
              <a:rPr sz="1600">
                <a:solidFill>
                  <a:prstClr val="black"/>
                </a:solidFill>
              </a:rPr>
              <a:t>consectetur</a:t>
            </a:r>
            <a:r>
              <a:rPr sz="1600">
                <a:solidFill>
                  <a:prstClr val="black"/>
                </a:solidFill>
              </a:rPr>
              <a:t> </a:t>
            </a:r>
            <a:r>
              <a:rPr sz="1600">
                <a:solidFill>
                  <a:prstClr val="black"/>
                </a:solidFill>
              </a:rPr>
              <a:t>adipiscing</a:t>
            </a:r>
            <a:r>
              <a:rPr sz="1600">
                <a:solidFill>
                  <a:prstClr val="black"/>
                </a:solidFill>
              </a:rPr>
              <a:t> </a:t>
            </a:r>
            <a:r>
              <a:rPr sz="1600">
                <a:solidFill>
                  <a:prstClr val="black"/>
                </a:solidFill>
              </a:rPr>
              <a:t>elit</a:t>
            </a:r>
            <a:r>
              <a:rPr sz="1600">
                <a:solidFill>
                  <a:prstClr val="black"/>
                </a:solidFill>
              </a:rPr>
              <a:t>. </a:t>
            </a:r>
            <a:r>
              <a:rPr sz="1600">
                <a:solidFill>
                  <a:prstClr val="black"/>
                </a:solidFill>
              </a:rPr>
              <a:t>Pellentesque</a:t>
            </a:r>
            <a:r>
              <a:rPr sz="1600">
                <a:solidFill>
                  <a:prstClr val="black"/>
                </a:solidFill>
              </a:rPr>
              <a:t> </a:t>
            </a:r>
            <a:r>
              <a:rPr sz="1600">
                <a:solidFill>
                  <a:prstClr val="black"/>
                </a:solidFill>
              </a:rPr>
              <a:t>ultricies</a:t>
            </a:r>
            <a:r>
              <a:rPr sz="1600">
                <a:solidFill>
                  <a:prstClr val="black"/>
                </a:solidFill>
              </a:rPr>
              <a:t> </a:t>
            </a:r>
            <a:r>
              <a:rPr sz="1600">
                <a:solidFill>
                  <a:prstClr val="black"/>
                </a:solidFill>
              </a:rPr>
              <a:t>quam</a:t>
            </a:r>
            <a:r>
              <a:rPr sz="1600">
                <a:solidFill>
                  <a:prstClr val="black"/>
                </a:solidFill>
              </a:rPr>
              <a:t> </a:t>
            </a:r>
            <a:r>
              <a:rPr sz="1600">
                <a:solidFill>
                  <a:prstClr val="black"/>
                </a:solidFill>
              </a:rPr>
              <a:t>ut</a:t>
            </a:r>
            <a:r>
              <a:rPr sz="1600">
                <a:solidFill>
                  <a:prstClr val="black"/>
                </a:solidFill>
              </a:rPr>
              <a:t> </a:t>
            </a:r>
            <a:r>
              <a:rPr sz="1600">
                <a:solidFill>
                  <a:prstClr val="black"/>
                </a:solidFill>
              </a:rPr>
              <a:t>massa</a:t>
            </a:r>
            <a:r>
              <a:rPr sz="1600">
                <a:solidFill>
                  <a:prstClr val="black"/>
                </a:solidFill>
              </a:rPr>
              <a:t> </a:t>
            </a:r>
            <a:r>
              <a:rPr sz="1600">
                <a:solidFill>
                  <a:prstClr val="black"/>
                </a:solidFill>
              </a:rPr>
              <a:t>luctus</a:t>
            </a:r>
            <a:r>
              <a:rPr sz="1600">
                <a:solidFill>
                  <a:prstClr val="black"/>
                </a:solidFill>
              </a:rPr>
              <a:t> cursus.</a:t>
            </a:r>
            <a:endParaRPr sz="1600"/>
          </a:p>
        </p:txBody>
      </p:sp>
      <p:sp>
        <p:nvSpPr>
          <p:cNvPr id="7" name="Google Shape;340;p61">
            <a:extLst xmlns:a="http://schemas.openxmlformats.org/drawingml/2006/main">
              <a:ext uri="{FF2B5EF4-FFF2-40B4-BE49-F238E27FC236}">
                <a16:creationId xmlns:a16="http://schemas.microsoft.com/office/drawing/2014/main" id="{A926CAA1-5F44-3769-A410-E058BAEE3B13}"/>
              </a:ext>
            </a:extLst>
          </p:cNvPr>
          <p:cNvSpPr>
            <a:spLocks xmlns:a="http://schemas.openxmlformats.org/drawingml/2006/main" noGrp="1"/>
          </p:cNvSpPr>
          <p:nvPr/>
        </p:nvSpPr>
        <p:spPr>
          <a:xfrm xmlns:a="http://schemas.openxmlformats.org/drawingml/2006/main">
            <a:off x="7414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7" name="Google Shape;534;p58">
            <a:extLst xmlns:a="http://schemas.openxmlformats.org/drawingml/2006/main">
              <a:ext uri="{FF2B5EF4-FFF2-40B4-BE49-F238E27FC236}">
                <a16:creationId xmlns:a16="http://schemas.microsoft.com/office/drawing/2014/main" id="{208EF3D1-5C57-8D4F-49C8-21BD74420786}"/>
              </a:ext>
            </a:extLst>
          </p:cNvPr>
          <p:cNvSpPr>
            <a:spLocks xmlns:a="http://schemas.openxmlformats.org/drawingml/2006/main" noGrp="1"/>
          </p:cNvSpPr>
          <p:nvPr/>
        </p:nvSpPr>
        <p:spPr>
          <a:xfrm xmlns:a="http://schemas.openxmlformats.org/drawingml/2006/main">
            <a:off x="393700" y="1820543"/>
            <a:ext cx="11404600" cy="132661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Lorem ipsum dolor sit </a:t>
            </a:r>
            <a:r>
              <a:rPr sz="1600">
                <a:latin typeface="Helvetica Neue"/>
                <a:ea typeface="Helvetica Neue"/>
                <a:cs typeface="Helvetica Neue"/>
              </a:rPr>
              <a:t>amet</a:t>
            </a:r>
            <a:r>
              <a:rPr sz="1600">
                <a:latin typeface="Helvetica Neue"/>
                <a:ea typeface="Helvetica Neue"/>
                <a:cs typeface="Helvetica Neue"/>
              </a:rPr>
              <a:t>, </a:t>
            </a:r>
            <a:r>
              <a:rPr sz="1600">
                <a:latin typeface="Helvetica Neue"/>
                <a:ea typeface="Helvetica Neue"/>
                <a:cs typeface="Helvetica Neue"/>
              </a:rPr>
              <a:t>consectetur</a:t>
            </a:r>
            <a:r>
              <a:rPr sz="1600">
                <a:latin typeface="Helvetica Neue"/>
                <a:ea typeface="Helvetica Neue"/>
                <a:cs typeface="Helvetica Neue"/>
              </a:rPr>
              <a:t> </a:t>
            </a:r>
            <a:r>
              <a:rPr sz="1600">
                <a:latin typeface="Helvetica Neue"/>
                <a:ea typeface="Helvetica Neue"/>
                <a:cs typeface="Helvetica Neue"/>
              </a:rPr>
              <a:t>adipiscing</a:t>
            </a:r>
            <a:r>
              <a:rPr sz="1600">
                <a:latin typeface="Helvetica Neue"/>
                <a:ea typeface="Helvetica Neue"/>
                <a:cs typeface="Helvetica Neue"/>
              </a:rPr>
              <a:t> </a:t>
            </a:r>
            <a:r>
              <a:rPr sz="1600">
                <a:latin typeface="Helvetica Neue"/>
                <a:ea typeface="Helvetica Neue"/>
                <a:cs typeface="Helvetica Neue"/>
              </a:rPr>
              <a:t>elit</a:t>
            </a:r>
            <a:r>
              <a:rPr sz="1600">
                <a:latin typeface="Helvetica Neue"/>
                <a:ea typeface="Helvetica Neue"/>
                <a:cs typeface="Helvetica Neue"/>
              </a:rPr>
              <a:t>. </a:t>
            </a:r>
            <a:r>
              <a:rPr sz="1600">
                <a:latin typeface="Helvetica Neue"/>
                <a:ea typeface="Helvetica Neue"/>
                <a:cs typeface="Helvetica Neue"/>
              </a:rPr>
              <a:t>Pellentesque</a:t>
            </a:r>
            <a:r>
              <a:rPr sz="1600">
                <a:latin typeface="Helvetica Neue"/>
                <a:ea typeface="Helvetica Neue"/>
                <a:cs typeface="Helvetica Neue"/>
              </a:rPr>
              <a:t> </a:t>
            </a:r>
            <a:r>
              <a:rPr sz="1600">
                <a:latin typeface="Helvetica Neue"/>
                <a:ea typeface="Helvetica Neue"/>
                <a:cs typeface="Helvetica Neue"/>
              </a:rPr>
              <a:t>ultricies</a:t>
            </a:r>
            <a:r>
              <a:rPr sz="1600">
                <a:latin typeface="Helvetica Neue"/>
                <a:ea typeface="Helvetica Neue"/>
                <a:cs typeface="Helvetica Neue"/>
              </a:rPr>
              <a:t> </a:t>
            </a:r>
            <a:r>
              <a:rPr sz="1600">
                <a:latin typeface="Helvetica Neue"/>
                <a:ea typeface="Helvetica Neue"/>
                <a:cs typeface="Helvetica Neue"/>
              </a:rPr>
              <a:t>quam</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luctus</a:t>
            </a:r>
            <a:r>
              <a:rPr sz="1600">
                <a:latin typeface="Helvetica Neue"/>
                <a:ea typeface="Helvetica Neue"/>
                <a:cs typeface="Helvetica Neue"/>
              </a:rPr>
              <a:t> cursus. </a:t>
            </a:r>
            <a:r>
              <a:rPr sz="1600">
                <a:latin typeface="Helvetica Neue"/>
                <a:ea typeface="Helvetica Neue"/>
                <a:cs typeface="Helvetica Neue"/>
              </a:rPr>
              <a:t>Nullam</a:t>
            </a:r>
            <a:r>
              <a:rPr sz="1600">
                <a:latin typeface="Helvetica Neue"/>
                <a:ea typeface="Helvetica Neue"/>
                <a:cs typeface="Helvetica Neue"/>
              </a:rPr>
              <a:t> pharetra </a:t>
            </a:r>
            <a:r>
              <a:rPr sz="1600">
                <a:latin typeface="Helvetica Neue"/>
                <a:ea typeface="Helvetica Neue"/>
                <a:cs typeface="Helvetica Neue"/>
              </a:rPr>
              <a:t>mauris</a:t>
            </a:r>
            <a:r>
              <a:rPr sz="1600">
                <a:latin typeface="Helvetica Neue"/>
                <a:ea typeface="Helvetica Neue"/>
                <a:cs typeface="Helvetica Neue"/>
              </a:rPr>
              <a:t> </a:t>
            </a:r>
            <a:r>
              <a:rPr sz="1600">
                <a:latin typeface="Helvetica Neue"/>
                <a:ea typeface="Helvetica Neue"/>
                <a:cs typeface="Helvetica Neue"/>
              </a:rPr>
              <a:t>tortor</a:t>
            </a:r>
            <a:r>
              <a:rPr sz="1600">
                <a:latin typeface="Helvetica Neue"/>
                <a:ea typeface="Helvetica Neue"/>
                <a:cs typeface="Helvetica Neue"/>
              </a:rPr>
              <a:t>. In hac </a:t>
            </a:r>
            <a:r>
              <a:rPr sz="1600">
                <a:latin typeface="Helvetica Neue"/>
                <a:ea typeface="Helvetica Neue"/>
                <a:cs typeface="Helvetica Neue"/>
              </a:rPr>
              <a:t>habitasse</a:t>
            </a:r>
            <a:r>
              <a:rPr sz="1600">
                <a:latin typeface="Helvetica Neue"/>
                <a:ea typeface="Helvetica Neue"/>
                <a:cs typeface="Helvetica Neue"/>
              </a:rPr>
              <a:t> </a:t>
            </a:r>
            <a:r>
              <a:rPr sz="1600">
                <a:latin typeface="Helvetica Neue"/>
                <a:ea typeface="Helvetica Neue"/>
                <a:cs typeface="Helvetica Neue"/>
              </a:rPr>
              <a:t>platea</a:t>
            </a:r>
            <a:r>
              <a:rPr sz="1600">
                <a:latin typeface="Helvetica Neue"/>
                <a:ea typeface="Helvetica Neue"/>
                <a:cs typeface="Helvetica Neue"/>
              </a:rPr>
              <a:t> </a:t>
            </a:r>
            <a:r>
              <a:rPr sz="1600">
                <a:latin typeface="Helvetica Neue"/>
                <a:ea typeface="Helvetica Neue"/>
                <a:cs typeface="Helvetica Neue"/>
              </a:rPr>
              <a:t>dictumst</a:t>
            </a:r>
            <a:r>
              <a:rPr sz="1600">
                <a:latin typeface="Helvetica Neue"/>
                <a:ea typeface="Helvetica Neue"/>
                <a:cs typeface="Helvetica Neue"/>
              </a:rPr>
              <a:t>. Proin </a:t>
            </a:r>
            <a:r>
              <a:rPr sz="1600">
                <a:latin typeface="Helvetica Neue"/>
                <a:ea typeface="Helvetica Neue"/>
                <a:cs typeface="Helvetica Neue"/>
              </a:rPr>
              <a:t>mattis</a:t>
            </a:r>
            <a:r>
              <a:rPr sz="1600">
                <a:latin typeface="Helvetica Neue"/>
                <a:ea typeface="Helvetica Neue"/>
                <a:cs typeface="Helvetica Neue"/>
              </a:rPr>
              <a:t> </a:t>
            </a:r>
            <a:r>
              <a:rPr sz="1600">
                <a:latin typeface="Helvetica Neue"/>
                <a:ea typeface="Helvetica Neue"/>
                <a:cs typeface="Helvetica Neue"/>
              </a:rPr>
              <a:t>nibh</a:t>
            </a:r>
            <a:r>
              <a:rPr sz="1600">
                <a:latin typeface="Helvetica Neue"/>
                <a:ea typeface="Helvetica Neue"/>
                <a:cs typeface="Helvetica Neue"/>
              </a:rPr>
              <a:t> </a:t>
            </a:r>
            <a:r>
              <a:rPr sz="1600">
                <a:latin typeface="Helvetica Neue"/>
                <a:ea typeface="Helvetica Neue"/>
                <a:cs typeface="Helvetica Neue"/>
              </a:rPr>
              <a:t>risus</a:t>
            </a:r>
            <a:r>
              <a:rPr sz="1600">
                <a:latin typeface="Helvetica Neue"/>
                <a:ea typeface="Helvetica Neue"/>
                <a:cs typeface="Helvetica Neue"/>
              </a:rPr>
              <a:t>. </a:t>
            </a:r>
            <a:r>
              <a:rPr sz="1600">
                <a:latin typeface="Helvetica Neue"/>
                <a:ea typeface="Helvetica Neue"/>
                <a:cs typeface="Helvetica Neue"/>
              </a:rPr>
              <a:t>Nulla</a:t>
            </a:r>
            <a:r>
              <a:rPr sz="1600">
                <a:latin typeface="Helvetica Neue"/>
                <a:ea typeface="Helvetica Neue"/>
                <a:cs typeface="Helvetica Neue"/>
              </a:rPr>
              <a:t> </a:t>
            </a:r>
            <a:r>
              <a:rPr sz="1600">
                <a:latin typeface="Helvetica Neue"/>
                <a:ea typeface="Helvetica Neue"/>
                <a:cs typeface="Helvetica Neue"/>
              </a:rPr>
              <a:t>tempor</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elementum</a:t>
            </a:r>
            <a:r>
              <a:rPr sz="1600">
                <a:latin typeface="Helvetica Neue"/>
                <a:ea typeface="Helvetica Neue"/>
                <a:cs typeface="Helvetica Neue"/>
              </a:rPr>
              <a:t> </a:t>
            </a:r>
            <a:r>
              <a:rPr sz="1600">
                <a:latin typeface="Helvetica Neue"/>
                <a:ea typeface="Helvetica Neue"/>
                <a:cs typeface="Helvetica Neue"/>
              </a:rPr>
              <a:t>dapibus</a:t>
            </a:r>
            <a:r>
              <a:rPr sz="1600">
                <a:latin typeface="Helvetica Neue"/>
                <a:ea typeface="Helvetica Neue"/>
                <a:cs typeface="Helvetica Neue"/>
              </a:rPr>
              <a:t>. </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Lorem ipsum dolor sit </a:t>
            </a:r>
            <a:r>
              <a:rPr sz="1600">
                <a:latin typeface="Helvetica Neue"/>
                <a:ea typeface="Helvetica Neue"/>
                <a:cs typeface="Helvetica Neue"/>
              </a:rPr>
              <a:t>amet</a:t>
            </a:r>
            <a:r>
              <a:rPr sz="1600">
                <a:latin typeface="Helvetica Neue"/>
                <a:ea typeface="Helvetica Neue"/>
                <a:cs typeface="Helvetica Neue"/>
              </a:rPr>
              <a:t>, </a:t>
            </a:r>
            <a:r>
              <a:rPr sz="1600">
                <a:latin typeface="Helvetica Neue"/>
                <a:ea typeface="Helvetica Neue"/>
                <a:cs typeface="Helvetica Neue"/>
              </a:rPr>
              <a:t>consectetur</a:t>
            </a:r>
            <a:r>
              <a:rPr sz="1600">
                <a:latin typeface="Helvetica Neue"/>
                <a:ea typeface="Helvetica Neue"/>
                <a:cs typeface="Helvetica Neue"/>
              </a:rPr>
              <a:t> </a:t>
            </a:r>
            <a:r>
              <a:rPr sz="1600">
                <a:latin typeface="Helvetica Neue"/>
                <a:ea typeface="Helvetica Neue"/>
                <a:cs typeface="Helvetica Neue"/>
              </a:rPr>
              <a:t>adipiscing</a:t>
            </a:r>
            <a:r>
              <a:rPr sz="1600">
                <a:latin typeface="Helvetica Neue"/>
                <a:ea typeface="Helvetica Neue"/>
                <a:cs typeface="Helvetica Neue"/>
              </a:rPr>
              <a:t> </a:t>
            </a:r>
            <a:r>
              <a:rPr sz="1600">
                <a:latin typeface="Helvetica Neue"/>
                <a:ea typeface="Helvetica Neue"/>
                <a:cs typeface="Helvetica Neue"/>
              </a:rPr>
              <a:t>elit</a:t>
            </a:r>
            <a:r>
              <a:rPr sz="1600">
                <a:latin typeface="Helvetica Neue"/>
                <a:ea typeface="Helvetica Neue"/>
                <a:cs typeface="Helvetica Neue"/>
              </a:rPr>
              <a:t>. </a:t>
            </a:r>
            <a:r>
              <a:rPr sz="1600">
                <a:latin typeface="Helvetica Neue"/>
                <a:ea typeface="Helvetica Neue"/>
                <a:cs typeface="Helvetica Neue"/>
              </a:rPr>
              <a:t>Pellentesque</a:t>
            </a:r>
            <a:r>
              <a:rPr sz="1600">
                <a:latin typeface="Helvetica Neue"/>
                <a:ea typeface="Helvetica Neue"/>
                <a:cs typeface="Helvetica Neue"/>
              </a:rPr>
              <a:t> </a:t>
            </a:r>
            <a:r>
              <a:rPr sz="1600">
                <a:latin typeface="Helvetica Neue"/>
                <a:ea typeface="Helvetica Neue"/>
                <a:cs typeface="Helvetica Neue"/>
              </a:rPr>
              <a:t>ultricies</a:t>
            </a:r>
            <a:r>
              <a:rPr sz="1600">
                <a:latin typeface="Helvetica Neue"/>
                <a:ea typeface="Helvetica Neue"/>
                <a:cs typeface="Helvetica Neue"/>
              </a:rPr>
              <a:t> </a:t>
            </a:r>
            <a:r>
              <a:rPr sz="1600">
                <a:latin typeface="Helvetica Neue"/>
                <a:ea typeface="Helvetica Neue"/>
                <a:cs typeface="Helvetica Neue"/>
              </a:rPr>
              <a:t>quam</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luctus</a:t>
            </a:r>
            <a:r>
              <a:rPr sz="1600">
                <a:latin typeface="Helvetica Neue"/>
                <a:ea typeface="Helvetica Neue"/>
                <a:cs typeface="Helvetica Neue"/>
              </a:rPr>
              <a:t> cursus. </a:t>
            </a:r>
            <a:r>
              <a:rPr sz="1600">
                <a:latin typeface="Helvetica Neue"/>
                <a:ea typeface="Helvetica Neue"/>
                <a:cs typeface="Helvetica Neue"/>
              </a:rPr>
              <a:t>Nullam</a:t>
            </a:r>
            <a:r>
              <a:rPr sz="1600">
                <a:latin typeface="Helvetica Neue"/>
                <a:ea typeface="Helvetica Neue"/>
                <a:cs typeface="Helvetica Neue"/>
              </a:rPr>
              <a:t> pharetra </a:t>
            </a:r>
            <a:r>
              <a:rPr sz="1600">
                <a:latin typeface="Helvetica Neue"/>
                <a:ea typeface="Helvetica Neue"/>
                <a:cs typeface="Helvetica Neue"/>
              </a:rPr>
              <a:t>mauris</a:t>
            </a:r>
            <a:r>
              <a:rPr sz="1600">
                <a:latin typeface="Helvetica Neue"/>
                <a:ea typeface="Helvetica Neue"/>
                <a:cs typeface="Helvetica Neue"/>
              </a:rPr>
              <a:t> </a:t>
            </a:r>
            <a:r>
              <a:rPr sz="1600">
                <a:latin typeface="Helvetica Neue"/>
                <a:ea typeface="Helvetica Neue"/>
                <a:cs typeface="Helvetica Neue"/>
              </a:rPr>
              <a:t>tortor</a:t>
            </a:r>
            <a:r>
              <a:rPr sz="1600">
                <a:latin typeface="Helvetica Neue"/>
                <a:ea typeface="Helvetica Neue"/>
                <a:cs typeface="Helvetica Neue"/>
              </a:rPr>
              <a:t>. In hac </a:t>
            </a:r>
            <a:r>
              <a:rPr sz="1600">
                <a:latin typeface="Helvetica Neue"/>
                <a:ea typeface="Helvetica Neue"/>
                <a:cs typeface="Helvetica Neue"/>
              </a:rPr>
              <a:t>habitasse</a:t>
            </a:r>
            <a:r>
              <a:rPr sz="1600">
                <a:latin typeface="Helvetica Neue"/>
                <a:ea typeface="Helvetica Neue"/>
                <a:cs typeface="Helvetica Neue"/>
              </a:rPr>
              <a:t> </a:t>
            </a:r>
            <a:r>
              <a:rPr sz="1600">
                <a:latin typeface="Helvetica Neue"/>
                <a:ea typeface="Helvetica Neue"/>
                <a:cs typeface="Helvetica Neue"/>
              </a:rPr>
              <a:t>platea</a:t>
            </a:r>
            <a:r>
              <a:rPr sz="1600">
                <a:latin typeface="Helvetica Neue"/>
                <a:ea typeface="Helvetica Neue"/>
                <a:cs typeface="Helvetica Neue"/>
              </a:rPr>
              <a:t> </a:t>
            </a:r>
            <a:r>
              <a:rPr sz="1600">
                <a:latin typeface="Helvetica Neue"/>
                <a:ea typeface="Helvetica Neue"/>
                <a:cs typeface="Helvetica Neue"/>
              </a:rPr>
              <a:t>dictumst</a:t>
            </a:r>
            <a:r>
              <a:rPr sz="1600">
                <a:latin typeface="Helvetica Neue"/>
                <a:ea typeface="Helvetica Neue"/>
                <a:cs typeface="Helvetica Neue"/>
              </a:rPr>
              <a:t>. Proin </a:t>
            </a:r>
            <a:r>
              <a:rPr sz="1600">
                <a:latin typeface="Helvetica Neue"/>
                <a:ea typeface="Helvetica Neue"/>
                <a:cs typeface="Helvetica Neue"/>
              </a:rPr>
              <a:t>mattis</a:t>
            </a:r>
            <a:r>
              <a:rPr sz="1600">
                <a:latin typeface="Helvetica Neue"/>
                <a:ea typeface="Helvetica Neue"/>
                <a:cs typeface="Helvetica Neue"/>
              </a:rPr>
              <a:t> </a:t>
            </a:r>
            <a:r>
              <a:rPr sz="1600">
                <a:latin typeface="Helvetica Neue"/>
                <a:ea typeface="Helvetica Neue"/>
                <a:cs typeface="Helvetica Neue"/>
              </a:rPr>
              <a:t>nibh</a:t>
            </a:r>
            <a:r>
              <a:rPr sz="1600">
                <a:latin typeface="Helvetica Neue"/>
                <a:ea typeface="Helvetica Neue"/>
                <a:cs typeface="Helvetica Neue"/>
              </a:rPr>
              <a:t> </a:t>
            </a:r>
            <a:r>
              <a:rPr sz="1600">
                <a:latin typeface="Helvetica Neue"/>
                <a:ea typeface="Helvetica Neue"/>
                <a:cs typeface="Helvetica Neue"/>
              </a:rPr>
              <a:t>risus</a:t>
            </a:r>
            <a:r>
              <a:rPr sz="1600">
                <a:latin typeface="Helvetica Neue"/>
                <a:ea typeface="Helvetica Neue"/>
                <a:cs typeface="Helvetica Neue"/>
              </a:rPr>
              <a:t>. </a:t>
            </a:r>
            <a:r>
              <a:rPr sz="1600">
                <a:latin typeface="Helvetica Neue"/>
                <a:ea typeface="Helvetica Neue"/>
                <a:cs typeface="Helvetica Neue"/>
              </a:rPr>
              <a:t>Nulla</a:t>
            </a:r>
            <a:r>
              <a:rPr sz="1600">
                <a:latin typeface="Helvetica Neue"/>
                <a:ea typeface="Helvetica Neue"/>
                <a:cs typeface="Helvetica Neue"/>
              </a:rPr>
              <a:t> </a:t>
            </a:r>
            <a:r>
              <a:rPr sz="1600">
                <a:latin typeface="Helvetica Neue"/>
                <a:ea typeface="Helvetica Neue"/>
                <a:cs typeface="Helvetica Neue"/>
              </a:rPr>
              <a:t>tempor</a:t>
            </a:r>
            <a:r>
              <a:rPr sz="1600">
                <a:latin typeface="Helvetica Neue"/>
                <a:ea typeface="Helvetica Neue"/>
                <a:cs typeface="Helvetica Neue"/>
              </a:rPr>
              <a:t> </a:t>
            </a:r>
            <a:r>
              <a:rPr sz="1600">
                <a:latin typeface="Helvetica Neue"/>
                <a:ea typeface="Helvetica Neue"/>
                <a:cs typeface="Helvetica Neue"/>
              </a:rPr>
              <a:t>ut</a:t>
            </a:r>
            <a:r>
              <a:rPr sz="1600">
                <a:latin typeface="Helvetica Neue"/>
                <a:ea typeface="Helvetica Neue"/>
                <a:cs typeface="Helvetica Neue"/>
              </a:rPr>
              <a:t> </a:t>
            </a:r>
            <a:r>
              <a:rPr sz="1600">
                <a:latin typeface="Helvetica Neue"/>
                <a:ea typeface="Helvetica Neue"/>
                <a:cs typeface="Helvetica Neue"/>
              </a:rPr>
              <a:t>massa</a:t>
            </a:r>
            <a:r>
              <a:rPr sz="1600">
                <a:latin typeface="Helvetica Neue"/>
                <a:ea typeface="Helvetica Neue"/>
                <a:cs typeface="Helvetica Neue"/>
              </a:rPr>
              <a:t> </a:t>
            </a:r>
            <a:r>
              <a:rPr sz="1600">
                <a:latin typeface="Helvetica Neue"/>
                <a:ea typeface="Helvetica Neue"/>
                <a:cs typeface="Helvetica Neue"/>
              </a:rPr>
              <a:t>elementum</a:t>
            </a:r>
            <a:r>
              <a:rPr sz="1600">
                <a:latin typeface="Helvetica Neue"/>
                <a:ea typeface="Helvetica Neue"/>
                <a:cs typeface="Helvetica Neue"/>
              </a:rPr>
              <a:t> </a:t>
            </a:r>
            <a:r>
              <a:rPr sz="1600">
                <a:latin typeface="Helvetica Neue"/>
                <a:ea typeface="Helvetica Neue"/>
                <a:cs typeface="Helvetica Neue"/>
              </a:rPr>
              <a:t>dapibus</a:t>
            </a:r>
            <a:r>
              <a:rPr sz="1600">
                <a:latin typeface="Helvetica Neue"/>
                <a:ea typeface="Helvetica Neue"/>
                <a:cs typeface="Helvetica Neue"/>
              </a:rPr>
              <a:t>. </a:t>
            </a:r>
          </a:p>
        </p:txBody>
      </p:sp>
      <p:sp>
        <p:nvSpPr>
          <p:cNvPr id="18" name="Google Shape;534;p58">
            <a:extLst xmlns:a="http://schemas.openxmlformats.org/drawingml/2006/main">
              <a:ext uri="{FF2B5EF4-FFF2-40B4-BE49-F238E27FC236}">
                <a16:creationId xmlns:a16="http://schemas.microsoft.com/office/drawing/2014/main" id="{93CCF932-231F-7EA0-6520-FFB192B4EFA5}"/>
              </a:ext>
            </a:extLst>
          </p:cNvPr>
          <p:cNvSpPr>
            <a:spLocks xmlns:a="http://schemas.openxmlformats.org/drawingml/2006/main" noGrp="1"/>
          </p:cNvSpPr>
          <p:nvPr/>
        </p:nvSpPr>
        <p:spPr>
          <a:xfrm xmlns:a="http://schemas.openxmlformats.org/drawingml/2006/main">
            <a:off x="393699" y="1318016"/>
            <a:ext cx="11404599"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mj-lt"/>
                <a:ea typeface="+mj-lt"/>
                <a:cs typeface="+mj-lt"/>
              </a:rPr>
              <a:t>Lorem ipsum dolor sit </a:t>
            </a:r>
            <a:r>
              <a:rPr sz="2000">
                <a:latin typeface="+mj-lt"/>
                <a:ea typeface="+mj-lt"/>
                <a:cs typeface="+mj-lt"/>
              </a:rPr>
              <a:t>amet</a:t>
            </a:r>
            <a:r>
              <a:rPr sz="2000">
                <a:latin typeface="+mj-lt"/>
                <a:ea typeface="+mj-lt"/>
                <a:cs typeface="+mj-lt"/>
              </a:rPr>
              <a:t>, </a:t>
            </a:r>
            <a:r>
              <a:rPr sz="2000">
                <a:latin typeface="+mj-lt"/>
                <a:ea typeface="+mj-lt"/>
                <a:cs typeface="+mj-lt"/>
              </a:rPr>
              <a:t>consectetur</a:t>
            </a:r>
            <a:r>
              <a:rPr sz="2000">
                <a:latin typeface="+mj-lt"/>
                <a:ea typeface="+mj-lt"/>
                <a:cs typeface="+mj-lt"/>
              </a:rPr>
              <a:t> </a:t>
            </a:r>
            <a:r>
              <a:rPr sz="2000">
                <a:latin typeface="+mj-lt"/>
                <a:ea typeface="+mj-lt"/>
                <a:cs typeface="+mj-lt"/>
              </a:rPr>
              <a:t>adipiscing</a:t>
            </a:r>
            <a:r>
              <a:rPr sz="2000">
                <a:latin typeface="+mj-lt"/>
                <a:ea typeface="+mj-lt"/>
                <a:cs typeface="+mj-lt"/>
              </a:rPr>
              <a:t> </a:t>
            </a:r>
            <a:r>
              <a:rPr sz="2000">
                <a:latin typeface="+mj-lt"/>
                <a:ea typeface="+mj-lt"/>
                <a:cs typeface="+mj-lt"/>
              </a:rPr>
              <a:t>elit</a:t>
            </a:r>
            <a:r>
              <a:rPr sz="2000">
                <a:latin typeface="+mj-lt"/>
                <a:ea typeface="+mj-lt"/>
                <a:cs typeface="+mj-lt"/>
              </a:rPr>
              <a:t>. </a:t>
            </a:r>
            <a:endParaRPr sz="2000">
              <a:latin typeface="+mj-lt"/>
              <a:ea typeface="+mj-lt"/>
              <a:cs typeface="+mj-lt"/>
            </a:endParaRPr>
          </a:p>
        </p:txBody>
      </p:sp>
    </p:spTree>
    <p:extLst>
      <p:ext uri="{BB962C8B-B14F-4D97-AF65-F5344CB8AC3E}">
        <p14:creationId xmlns:p14="http://schemas.microsoft.com/office/powerpoint/2010/main" val="156618307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936F667-D10C-5292-AA3B-96BE2CAC84D9}"/>
              </a:ext>
            </a:extLst>
          </p:cNvPr>
          <p:cNvSpPr>
            <a:spLocks xmlns:a="http://schemas.openxmlformats.org/drawingml/2006/main" noGrp="1"/>
          </p:cNvSpPr>
          <p:nvPr>
            <p:ph idx="1"/>
          </p:nvPr>
        </p:nvSpPr>
        <p:spPr>
          <a:xfrm xmlns:a="http://schemas.openxmlformats.org/drawingml/2006/main">
            <a:off x="393700" y="2192694"/>
            <a:ext cx="5537200" cy="380170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400"/>
              <a:t>Lorem ipsum dolor sit </a:t>
            </a:r>
            <a:r>
              <a:rPr sz="1400"/>
              <a:t>amet</a:t>
            </a:r>
            <a:r>
              <a:rPr sz="1400"/>
              <a:t>, </a:t>
            </a:r>
            <a:r>
              <a:rPr sz="1400"/>
              <a:t>consectetur</a:t>
            </a:r>
            <a:r>
              <a:rPr sz="1400"/>
              <a:t> </a:t>
            </a:r>
            <a:r>
              <a:rPr sz="1400"/>
              <a:t>adipiscing</a:t>
            </a:r>
            <a:r>
              <a:rPr sz="1400"/>
              <a:t> </a:t>
            </a:r>
            <a:r>
              <a:rPr sz="1400"/>
              <a:t>elit</a:t>
            </a:r>
            <a:r>
              <a:rPr sz="1400"/>
              <a:t>. </a:t>
            </a:r>
            <a:r>
              <a:rPr sz="1400"/>
              <a:t>Pellentesque</a:t>
            </a:r>
            <a:r>
              <a:rPr sz="1400"/>
              <a:t> </a:t>
            </a:r>
            <a:r>
              <a:rPr sz="1400"/>
              <a:t>ultricies</a:t>
            </a:r>
            <a:r>
              <a:rPr sz="1400"/>
              <a:t> </a:t>
            </a:r>
            <a:r>
              <a:rPr sz="1400"/>
              <a:t>quam</a:t>
            </a:r>
            <a:r>
              <a:rPr sz="1400"/>
              <a:t> </a:t>
            </a:r>
            <a:r>
              <a:rPr sz="1400"/>
              <a:t>ut</a:t>
            </a:r>
            <a:r>
              <a:rPr sz="1400"/>
              <a:t> </a:t>
            </a:r>
            <a:r>
              <a:rPr sz="1400"/>
              <a:t>massa</a:t>
            </a:r>
            <a:r>
              <a:rPr sz="1400"/>
              <a:t> </a:t>
            </a:r>
            <a:r>
              <a:rPr sz="1400"/>
              <a:t>luctus</a:t>
            </a:r>
            <a:r>
              <a:rPr sz="1400"/>
              <a:t> cursus. </a:t>
            </a:r>
            <a:r>
              <a:rPr sz="1400"/>
              <a:t>Nullam</a:t>
            </a:r>
            <a:r>
              <a:rPr sz="1400"/>
              <a:t> pharetra </a:t>
            </a:r>
            <a:r>
              <a:rPr sz="1400"/>
              <a:t>mauris</a:t>
            </a:r>
            <a:r>
              <a:rPr sz="1400"/>
              <a:t> </a:t>
            </a:r>
            <a:r>
              <a:rPr sz="1400"/>
              <a:t>tortor</a:t>
            </a:r>
            <a:r>
              <a:rPr sz="1400"/>
              <a:t>. In hac </a:t>
            </a:r>
            <a:r>
              <a:rPr sz="1400"/>
              <a:t>habitasse</a:t>
            </a:r>
            <a:r>
              <a:rPr sz="1400"/>
              <a:t> </a:t>
            </a:r>
            <a:r>
              <a:rPr sz="1400"/>
              <a:t>platea</a:t>
            </a:r>
            <a:r>
              <a:rPr sz="1400"/>
              <a:t> </a:t>
            </a:r>
            <a:r>
              <a:rPr sz="1400"/>
              <a:t>dictumst</a:t>
            </a:r>
            <a:r>
              <a:rPr sz="1400"/>
              <a:t>. Proin </a:t>
            </a:r>
            <a:r>
              <a:rPr sz="1400"/>
              <a:t>mattis</a:t>
            </a:r>
            <a:r>
              <a:rPr sz="1400"/>
              <a:t> </a:t>
            </a:r>
            <a:r>
              <a:rPr sz="1400"/>
              <a:t>nibh</a:t>
            </a:r>
            <a:r>
              <a:rPr sz="1400"/>
              <a:t> </a:t>
            </a:r>
            <a:r>
              <a:rPr sz="1400"/>
              <a:t>risus</a:t>
            </a:r>
            <a:r>
              <a:rPr sz="1400"/>
              <a:t>. </a:t>
            </a:r>
            <a:r>
              <a:rPr sz="1400"/>
              <a:t>Nulla</a:t>
            </a:r>
            <a:r>
              <a:rPr sz="1400"/>
              <a:t> </a:t>
            </a:r>
            <a:r>
              <a:rPr sz="1400"/>
              <a:t>tempor</a:t>
            </a:r>
            <a:r>
              <a:rPr sz="1400"/>
              <a:t> </a:t>
            </a:r>
            <a:r>
              <a:rPr sz="1400"/>
              <a:t>ut</a:t>
            </a:r>
            <a:r>
              <a:rPr sz="1400"/>
              <a:t> </a:t>
            </a:r>
            <a:r>
              <a:rPr sz="1400"/>
              <a:t>massa</a:t>
            </a:r>
            <a:r>
              <a:rPr sz="1400"/>
              <a:t> </a:t>
            </a:r>
            <a:r>
              <a:rPr sz="1400"/>
              <a:t>elementum</a:t>
            </a:r>
            <a:r>
              <a:rPr sz="1400"/>
              <a:t> </a:t>
            </a:r>
            <a:r>
              <a:rPr sz="1400"/>
              <a:t>dapibus</a:t>
            </a:r>
            <a:r>
              <a:rPr sz="1400"/>
              <a:t>. Nam non ante quis </a:t>
            </a:r>
            <a:r>
              <a:rPr sz="1400"/>
              <a:t>enim</a:t>
            </a:r>
            <a:r>
              <a:rPr sz="1400"/>
              <a:t> </a:t>
            </a:r>
            <a:r>
              <a:rPr sz="1400"/>
              <a:t>fringilla</a:t>
            </a:r>
            <a:r>
              <a:rPr sz="1400"/>
              <a:t> tempus nec in </a:t>
            </a:r>
            <a:r>
              <a:rPr sz="1400"/>
              <a:t>lectus</a:t>
            </a:r>
            <a:r>
              <a:rPr sz="1400"/>
              <a:t>. In hac </a:t>
            </a:r>
            <a:r>
              <a:rPr sz="1400"/>
              <a:t>habitasse</a:t>
            </a:r>
            <a:r>
              <a:rPr sz="1400"/>
              <a:t> </a:t>
            </a:r>
            <a:r>
              <a:rPr sz="1400"/>
              <a:t>platea</a:t>
            </a:r>
            <a:r>
              <a:rPr sz="1400"/>
              <a:t> </a:t>
            </a:r>
            <a:r>
              <a:rPr sz="1400"/>
              <a:t>dictumst</a:t>
            </a:r>
            <a:r>
              <a:rPr sz="1400"/>
              <a:t>. </a:t>
            </a:r>
          </a:p>
          <a:p xmlns:a="http://schemas.openxmlformats.org/drawingml/2006/main">
            <a:pPr marL="0" indent="0">
              <a:lnSpc>
                <a:spcPct val="114000"/>
              </a:lnSpc>
              <a:spcBef>
                <a:spcPts val="0"/>
              </a:spcBef>
              <a:spcAft>
                <a:spcPts val="800"/>
              </a:spcAft>
              <a:buNone/>
            </a:pPr>
            <a:r>
              <a:rPr sz="1400"/>
              <a:t>Lorem ipsum dolor sit </a:t>
            </a:r>
            <a:r>
              <a:rPr sz="1400"/>
              <a:t>amet</a:t>
            </a:r>
            <a:r>
              <a:rPr sz="1400"/>
              <a:t>, </a:t>
            </a:r>
            <a:r>
              <a:rPr sz="1400"/>
              <a:t>consectetur</a:t>
            </a:r>
            <a:r>
              <a:rPr sz="1400"/>
              <a:t> </a:t>
            </a:r>
            <a:r>
              <a:rPr sz="1400"/>
              <a:t>adipiscing</a:t>
            </a:r>
            <a:r>
              <a:rPr sz="1400"/>
              <a:t> </a:t>
            </a:r>
            <a:r>
              <a:rPr sz="1400"/>
              <a:t>elit</a:t>
            </a:r>
            <a:r>
              <a:rPr sz="1400"/>
              <a:t>. </a:t>
            </a:r>
            <a:r>
              <a:rPr sz="1400"/>
              <a:t>Pellentesque</a:t>
            </a:r>
            <a:r>
              <a:rPr sz="1400"/>
              <a:t> </a:t>
            </a:r>
            <a:r>
              <a:rPr sz="1400"/>
              <a:t>ultricies</a:t>
            </a:r>
            <a:r>
              <a:rPr sz="1400"/>
              <a:t> </a:t>
            </a:r>
            <a:r>
              <a:rPr sz="1400"/>
              <a:t>quam</a:t>
            </a:r>
            <a:r>
              <a:rPr sz="1400"/>
              <a:t> </a:t>
            </a:r>
            <a:r>
              <a:rPr sz="1400"/>
              <a:t>ut</a:t>
            </a:r>
            <a:r>
              <a:rPr sz="1400"/>
              <a:t> </a:t>
            </a:r>
            <a:r>
              <a:rPr sz="1400"/>
              <a:t>massa</a:t>
            </a:r>
            <a:r>
              <a:rPr sz="1400"/>
              <a:t> </a:t>
            </a:r>
            <a:r>
              <a:rPr sz="1400"/>
              <a:t>luctus</a:t>
            </a:r>
            <a:r>
              <a:rPr sz="1400"/>
              <a:t> cursus. </a:t>
            </a:r>
            <a:r>
              <a:rPr sz="1400"/>
              <a:t>Nullam</a:t>
            </a:r>
            <a:r>
              <a:rPr sz="1400"/>
              <a:t> pharetra </a:t>
            </a:r>
            <a:r>
              <a:rPr sz="1400"/>
              <a:t>mauris</a:t>
            </a:r>
            <a:r>
              <a:rPr sz="1400"/>
              <a:t> </a:t>
            </a:r>
            <a:r>
              <a:rPr sz="1400"/>
              <a:t>tortor</a:t>
            </a:r>
            <a:r>
              <a:rPr sz="1400"/>
              <a:t>. In hac </a:t>
            </a:r>
            <a:r>
              <a:rPr sz="1400"/>
              <a:t>habitasse</a:t>
            </a:r>
            <a:r>
              <a:rPr sz="1400"/>
              <a:t> </a:t>
            </a:r>
            <a:r>
              <a:rPr sz="1400"/>
              <a:t>platea</a:t>
            </a:r>
            <a:r>
              <a:rPr sz="1400"/>
              <a:t> </a:t>
            </a:r>
            <a:r>
              <a:rPr sz="1400"/>
              <a:t>dictumst</a:t>
            </a:r>
            <a:r>
              <a:rPr sz="1400"/>
              <a:t>. Proin </a:t>
            </a:r>
            <a:r>
              <a:rPr sz="1400"/>
              <a:t>mattis</a:t>
            </a:r>
            <a:r>
              <a:rPr sz="1400"/>
              <a:t> </a:t>
            </a:r>
            <a:r>
              <a:rPr sz="1400"/>
              <a:t>nibh</a:t>
            </a:r>
            <a:r>
              <a:rPr sz="1400"/>
              <a:t> </a:t>
            </a:r>
            <a:r>
              <a:rPr sz="1400"/>
              <a:t>risus</a:t>
            </a:r>
            <a:r>
              <a:rPr sz="1400"/>
              <a:t>. </a:t>
            </a:r>
            <a:r>
              <a:rPr sz="1400"/>
              <a:t>Nulla</a:t>
            </a:r>
            <a:r>
              <a:rPr sz="1400"/>
              <a:t> </a:t>
            </a:r>
            <a:r>
              <a:rPr sz="1400"/>
              <a:t>tempor</a:t>
            </a:r>
            <a:r>
              <a:rPr sz="1400"/>
              <a:t> </a:t>
            </a:r>
            <a:r>
              <a:rPr sz="1400"/>
              <a:t>ut</a:t>
            </a:r>
            <a:r>
              <a:rPr sz="1400"/>
              <a:t> </a:t>
            </a:r>
            <a:r>
              <a:rPr sz="1400"/>
              <a:t>massa</a:t>
            </a:r>
            <a:r>
              <a:rPr sz="1400"/>
              <a:t> </a:t>
            </a:r>
            <a:r>
              <a:rPr sz="1400"/>
              <a:t>elementum</a:t>
            </a:r>
            <a:r>
              <a:rPr sz="1400"/>
              <a:t> </a:t>
            </a:r>
            <a:r>
              <a:rPr sz="1400"/>
              <a:t>dapibus</a:t>
            </a:r>
            <a:r>
              <a:rPr sz="1400"/>
              <a:t>. Nam non ante quis </a:t>
            </a:r>
            <a:r>
              <a:rPr sz="1400"/>
              <a:t>enim</a:t>
            </a:r>
            <a:r>
              <a:rPr sz="1400"/>
              <a:t> </a:t>
            </a:r>
            <a:r>
              <a:rPr sz="1400"/>
              <a:t>fringilla</a:t>
            </a:r>
            <a:r>
              <a:rPr sz="1400"/>
              <a:t> tempus nec in </a:t>
            </a:r>
            <a:r>
              <a:rPr sz="1400"/>
              <a:t>lectus</a:t>
            </a:r>
            <a:r>
              <a:rPr sz="1400"/>
              <a:t>. In hac </a:t>
            </a:r>
            <a:r>
              <a:rPr sz="1400"/>
              <a:t>habitasse</a:t>
            </a:r>
            <a:r>
              <a:rPr sz="1400"/>
              <a:t> </a:t>
            </a:r>
            <a:r>
              <a:rPr sz="1400"/>
              <a:t>platea</a:t>
            </a:r>
            <a:r>
              <a:rPr sz="1400"/>
              <a:t> </a:t>
            </a:r>
            <a:r>
              <a:rPr sz="1400"/>
              <a:t>dictumst</a:t>
            </a:r>
            <a:r>
              <a:rPr sz="1400"/>
              <a:t>. </a:t>
            </a:r>
          </a:p>
          <a:p xmlns:a="http://schemas.openxmlformats.org/drawingml/2006/main">
            <a:pPr marL="0" indent="0">
              <a:lnSpc>
                <a:spcPct val="114000"/>
              </a:lnSpc>
              <a:spcBef>
                <a:spcPts val="0"/>
              </a:spcBef>
              <a:spcAft>
                <a:spcPts val="800"/>
              </a:spcAft>
              <a:buNone/>
            </a:pPr>
            <a:r>
              <a:rPr sz="1400"/>
              <a:t>Lorem ipsum dolor sit </a:t>
            </a:r>
            <a:r>
              <a:rPr sz="1400"/>
              <a:t>amet</a:t>
            </a:r>
            <a:r>
              <a:rPr sz="1400"/>
              <a:t>, </a:t>
            </a:r>
            <a:r>
              <a:rPr sz="1400"/>
              <a:t>consectetur</a:t>
            </a:r>
            <a:r>
              <a:rPr sz="1400"/>
              <a:t> </a:t>
            </a:r>
            <a:r>
              <a:rPr sz="1400"/>
              <a:t>adipiscing</a:t>
            </a:r>
            <a:r>
              <a:rPr sz="1400"/>
              <a:t> </a:t>
            </a:r>
            <a:r>
              <a:rPr sz="1400"/>
              <a:t>elit</a:t>
            </a:r>
            <a:r>
              <a:rPr sz="1400"/>
              <a:t>. </a:t>
            </a:r>
            <a:r>
              <a:rPr sz="1400"/>
              <a:t>Pellentesque</a:t>
            </a:r>
            <a:r>
              <a:rPr sz="1400"/>
              <a:t> </a:t>
            </a:r>
            <a:r>
              <a:rPr sz="1400"/>
              <a:t>ultricies</a:t>
            </a:r>
            <a:r>
              <a:rPr sz="1400"/>
              <a:t> </a:t>
            </a:r>
            <a:r>
              <a:rPr sz="1400"/>
              <a:t>quam</a:t>
            </a:r>
            <a:r>
              <a:rPr sz="1400"/>
              <a:t> </a:t>
            </a:r>
            <a:r>
              <a:rPr sz="1400"/>
              <a:t>ut</a:t>
            </a:r>
            <a:r>
              <a:rPr sz="1400"/>
              <a:t> </a:t>
            </a:r>
            <a:r>
              <a:rPr sz="1400"/>
              <a:t>massa</a:t>
            </a:r>
            <a:r>
              <a:rPr sz="1400"/>
              <a:t> </a:t>
            </a:r>
            <a:r>
              <a:rPr sz="1400"/>
              <a:t>luctus</a:t>
            </a:r>
            <a:r>
              <a:rPr sz="1400"/>
              <a:t> cursus. </a:t>
            </a:r>
            <a:r>
              <a:rPr sz="1400"/>
              <a:t>Nullam</a:t>
            </a:r>
            <a:r>
              <a:rPr sz="1400"/>
              <a:t> pharetra </a:t>
            </a:r>
            <a:r>
              <a:rPr sz="1400"/>
              <a:t>mauris</a:t>
            </a:r>
            <a:r>
              <a:rPr sz="1400"/>
              <a:t> </a:t>
            </a:r>
            <a:r>
              <a:rPr sz="1400"/>
              <a:t>tortor</a:t>
            </a:r>
            <a:r>
              <a:rPr sz="1400"/>
              <a:t>. In hac </a:t>
            </a:r>
            <a:r>
              <a:rPr sz="1400"/>
              <a:t>habitasse</a:t>
            </a:r>
            <a:r>
              <a:rPr sz="1400"/>
              <a:t> </a:t>
            </a:r>
            <a:r>
              <a:rPr sz="1400"/>
              <a:t>platea</a:t>
            </a:r>
            <a:r>
              <a:rPr sz="1400"/>
              <a:t> </a:t>
            </a:r>
            <a:r>
              <a:rPr sz="1400"/>
              <a:t>dictumst</a:t>
            </a:r>
            <a:r>
              <a:rPr sz="1400"/>
              <a:t>. Proin </a:t>
            </a:r>
            <a:r>
              <a:rPr sz="1400"/>
              <a:t>mattis</a:t>
            </a:r>
            <a:r>
              <a:rPr sz="1400"/>
              <a:t> </a:t>
            </a:r>
            <a:r>
              <a:rPr sz="1400"/>
              <a:t>nibh</a:t>
            </a:r>
            <a:r>
              <a:rPr sz="1400"/>
              <a:t> </a:t>
            </a:r>
            <a:r>
              <a:rPr sz="1400"/>
              <a:t>risus</a:t>
            </a:r>
            <a:r>
              <a:rPr sz="1400"/>
              <a:t>. </a:t>
            </a:r>
            <a:r>
              <a:rPr sz="1400"/>
              <a:t>Nulla</a:t>
            </a:r>
            <a:r>
              <a:rPr sz="1400"/>
              <a:t> </a:t>
            </a:r>
            <a:r>
              <a:rPr sz="1400"/>
              <a:t>tempor</a:t>
            </a:r>
            <a:r>
              <a:rPr sz="1400"/>
              <a:t> </a:t>
            </a:r>
            <a:r>
              <a:rPr sz="1400"/>
              <a:t>ut</a:t>
            </a:r>
            <a:r>
              <a:rPr sz="1400"/>
              <a:t> </a:t>
            </a:r>
            <a:r>
              <a:rPr sz="1400"/>
              <a:t>massa</a:t>
            </a:r>
            <a:r>
              <a:rPr sz="1400"/>
              <a:t> </a:t>
            </a:r>
            <a:r>
              <a:rPr sz="1400"/>
              <a:t>elementum</a:t>
            </a:r>
            <a:r>
              <a:rPr sz="1400"/>
              <a:t> </a:t>
            </a:r>
            <a:r>
              <a:rPr sz="1400"/>
              <a:t>dapibus</a:t>
            </a:r>
            <a:r>
              <a:rPr sz="1400"/>
              <a:t>. Nam non ante quis </a:t>
            </a:r>
            <a:r>
              <a:rPr sz="1400"/>
              <a:t>enim</a:t>
            </a:r>
            <a:r>
              <a:rPr sz="1400"/>
              <a:t> </a:t>
            </a:r>
            <a:r>
              <a:rPr sz="1400"/>
              <a:t>fringilla</a:t>
            </a:r>
            <a:r>
              <a:rPr sz="1400"/>
              <a:t> tempus nec in </a:t>
            </a:r>
            <a:r>
              <a:rPr sz="1400"/>
              <a:t>lectus</a:t>
            </a:r>
            <a:r>
              <a:rPr sz="1400"/>
              <a:t>. In hac </a:t>
            </a:r>
            <a:r>
              <a:rPr sz="1400"/>
              <a:t>habitasse</a:t>
            </a:r>
            <a:r>
              <a:rPr sz="1400"/>
              <a:t> </a:t>
            </a:r>
            <a:r>
              <a:rPr sz="1400"/>
              <a:t>platea</a:t>
            </a:r>
            <a:r>
              <a:rPr sz="1400"/>
              <a:t> </a:t>
            </a:r>
            <a:r>
              <a:rPr sz="1400"/>
              <a:t>dictumst</a:t>
            </a:r>
            <a:r>
              <a:rPr sz="1400"/>
              <a:t>. </a:t>
            </a: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7</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55026"/>
            <a:ext cx="7835900" cy="102927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a:solidFill>
                  <a:schemeClr val="accent1"/>
                </a:solidFill>
              </a:rPr>
              <a:t>Two column layout</a:t>
            </a:r>
          </a:p>
        </p:txBody>
      </p:sp>
      <p:sp>
        <p:nvSpPr>
          <p:cNvPr id="2" name="Google Shape;534;p58">
            <a:extLst xmlns:a="http://schemas.openxmlformats.org/drawingml/2006/main">
              <a:ext uri="{FF2B5EF4-FFF2-40B4-BE49-F238E27FC236}">
                <a16:creationId xmlns:a16="http://schemas.microsoft.com/office/drawing/2014/main" id="{A4A94F3C-B1B2-7289-7098-7C66C8A291D6}"/>
              </a:ext>
            </a:extLst>
          </p:cNvPr>
          <p:cNvSpPr>
            <a:spLocks xmlns:a="http://schemas.openxmlformats.org/drawingml/2006/main" noGrp="1"/>
          </p:cNvSpPr>
          <p:nvPr/>
        </p:nvSpPr>
        <p:spPr>
          <a:xfrm xmlns:a="http://schemas.openxmlformats.org/drawingml/2006/main">
            <a:off x="6265111" y="2192694"/>
            <a:ext cx="5537200" cy="380170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t>Lorem ipsum dolor sit </a:t>
            </a:r>
            <a:r>
              <a:rPr sz="1400"/>
              <a:t>amet</a:t>
            </a:r>
            <a:r>
              <a:rPr sz="1400"/>
              <a:t>, </a:t>
            </a:r>
            <a:r>
              <a:rPr sz="1400"/>
              <a:t>consectetur</a:t>
            </a:r>
            <a:r>
              <a:rPr sz="1400"/>
              <a:t> </a:t>
            </a:r>
            <a:r>
              <a:rPr sz="1400"/>
              <a:t>adipiscing</a:t>
            </a:r>
            <a:r>
              <a:rPr sz="1400"/>
              <a:t> </a:t>
            </a:r>
            <a:r>
              <a:rPr sz="1400"/>
              <a:t>elit</a:t>
            </a:r>
            <a:r>
              <a:rPr sz="1400"/>
              <a:t>. </a:t>
            </a:r>
            <a:r>
              <a:rPr sz="1400"/>
              <a:t>Pellentesque</a:t>
            </a:r>
            <a:r>
              <a:rPr sz="1400"/>
              <a:t> </a:t>
            </a:r>
            <a:r>
              <a:rPr sz="1400"/>
              <a:t>ultricies</a:t>
            </a:r>
            <a:r>
              <a:rPr sz="1400"/>
              <a:t> </a:t>
            </a:r>
            <a:r>
              <a:rPr sz="1400"/>
              <a:t>quam</a:t>
            </a:r>
            <a:r>
              <a:rPr sz="1400"/>
              <a:t> </a:t>
            </a:r>
            <a:r>
              <a:rPr sz="1400"/>
              <a:t>ut</a:t>
            </a:r>
            <a:r>
              <a:rPr sz="1400"/>
              <a:t> </a:t>
            </a:r>
            <a:r>
              <a:rPr sz="1400"/>
              <a:t>massa</a:t>
            </a:r>
            <a:r>
              <a:rPr sz="1400"/>
              <a:t> </a:t>
            </a:r>
            <a:r>
              <a:rPr sz="1400"/>
              <a:t>luctus</a:t>
            </a:r>
            <a:r>
              <a:rPr sz="1400"/>
              <a:t> cursus. </a:t>
            </a:r>
            <a:r>
              <a:rPr sz="1400"/>
              <a:t>Nullam</a:t>
            </a:r>
            <a:r>
              <a:rPr sz="1400"/>
              <a:t> pharetra </a:t>
            </a:r>
            <a:r>
              <a:rPr sz="1400"/>
              <a:t>mauris</a:t>
            </a:r>
            <a:r>
              <a:rPr sz="1400"/>
              <a:t> </a:t>
            </a:r>
            <a:r>
              <a:rPr sz="1400"/>
              <a:t>tortor</a:t>
            </a:r>
            <a:r>
              <a:rPr sz="1400"/>
              <a:t>. In hac </a:t>
            </a:r>
            <a:r>
              <a:rPr sz="1400"/>
              <a:t>habitasse</a:t>
            </a:r>
            <a:r>
              <a:rPr sz="1400"/>
              <a:t> </a:t>
            </a:r>
            <a:r>
              <a:rPr sz="1400"/>
              <a:t>platea</a:t>
            </a:r>
            <a:r>
              <a:rPr sz="1400"/>
              <a:t> </a:t>
            </a:r>
            <a:r>
              <a:rPr sz="1400"/>
              <a:t>dictumst</a:t>
            </a:r>
            <a:r>
              <a:rPr sz="1400"/>
              <a:t>. Proin </a:t>
            </a:r>
            <a:r>
              <a:rPr sz="1400"/>
              <a:t>mattis</a:t>
            </a:r>
            <a:r>
              <a:rPr sz="1400"/>
              <a:t> </a:t>
            </a:r>
            <a:r>
              <a:rPr sz="1400"/>
              <a:t>nibh</a:t>
            </a:r>
            <a:r>
              <a:rPr sz="1400"/>
              <a:t> </a:t>
            </a:r>
            <a:r>
              <a:rPr sz="1400"/>
              <a:t>risus</a:t>
            </a:r>
            <a:r>
              <a:rPr sz="1400"/>
              <a:t>. </a:t>
            </a:r>
            <a:r>
              <a:rPr sz="1400"/>
              <a:t>Nulla</a:t>
            </a:r>
            <a:r>
              <a:rPr sz="1400"/>
              <a:t> </a:t>
            </a:r>
            <a:r>
              <a:rPr sz="1400"/>
              <a:t>tempor</a:t>
            </a:r>
            <a:r>
              <a:rPr sz="1400"/>
              <a:t> </a:t>
            </a:r>
            <a:r>
              <a:rPr sz="1400"/>
              <a:t>ut</a:t>
            </a:r>
            <a:r>
              <a:rPr sz="1400"/>
              <a:t> </a:t>
            </a:r>
            <a:r>
              <a:rPr sz="1400"/>
              <a:t>massa</a:t>
            </a:r>
            <a:r>
              <a:rPr sz="1400"/>
              <a:t> </a:t>
            </a:r>
            <a:r>
              <a:rPr sz="1400"/>
              <a:t>elementum</a:t>
            </a:r>
            <a:r>
              <a:rPr sz="1400"/>
              <a:t> </a:t>
            </a:r>
            <a:r>
              <a:rPr sz="1400"/>
              <a:t>dapibus</a:t>
            </a:r>
            <a:r>
              <a:rPr sz="1400"/>
              <a:t>. Nam non ante quis </a:t>
            </a:r>
            <a:r>
              <a:rPr sz="1400"/>
              <a:t>enim</a:t>
            </a:r>
            <a:r>
              <a:rPr sz="1400"/>
              <a:t> </a:t>
            </a:r>
            <a:r>
              <a:rPr sz="1400"/>
              <a:t>fringilla</a:t>
            </a:r>
            <a:r>
              <a:rPr sz="1400"/>
              <a:t> tempus nec in </a:t>
            </a:r>
            <a:r>
              <a:rPr sz="1400"/>
              <a:t>lectus</a:t>
            </a:r>
            <a:r>
              <a:rPr sz="1400"/>
              <a:t>. In hac </a:t>
            </a:r>
            <a:r>
              <a:rPr sz="1400"/>
              <a:t>habitasse</a:t>
            </a:r>
            <a:r>
              <a:rPr sz="1400"/>
              <a:t> </a:t>
            </a:r>
            <a:r>
              <a:rPr sz="1400"/>
              <a:t>platea</a:t>
            </a:r>
            <a:r>
              <a:rPr sz="1400"/>
              <a:t> </a:t>
            </a:r>
            <a:r>
              <a:rPr sz="1400"/>
              <a:t>dictumst</a:t>
            </a:r>
            <a:r>
              <a:rPr sz="1400"/>
              <a:t>. </a:t>
            </a:r>
          </a:p>
          <a:p xmlns:a="http://schemas.openxmlformats.org/drawingml/2006/main">
            <a:pPr marL="0" indent="0">
              <a:lnSpc>
                <a:spcPct val="114000"/>
              </a:lnSpc>
              <a:spcBef>
                <a:spcPts val="0"/>
              </a:spcBef>
              <a:spcAft>
                <a:spcPts val="800"/>
              </a:spcAft>
              <a:buFont typeface="Arial"/>
              <a:buNone/>
            </a:pPr>
            <a:r>
              <a:rPr sz="1400"/>
              <a:t>Lorem ipsum dolor sit </a:t>
            </a:r>
            <a:r>
              <a:rPr sz="1400"/>
              <a:t>amet</a:t>
            </a:r>
            <a:r>
              <a:rPr sz="1400"/>
              <a:t>, </a:t>
            </a:r>
            <a:r>
              <a:rPr sz="1400"/>
              <a:t>consectetur</a:t>
            </a:r>
            <a:r>
              <a:rPr sz="1400"/>
              <a:t> </a:t>
            </a:r>
            <a:r>
              <a:rPr sz="1400"/>
              <a:t>adipiscing</a:t>
            </a:r>
            <a:r>
              <a:rPr sz="1400"/>
              <a:t> </a:t>
            </a:r>
            <a:r>
              <a:rPr sz="1400"/>
              <a:t>elit</a:t>
            </a:r>
            <a:r>
              <a:rPr sz="1400"/>
              <a:t>. </a:t>
            </a:r>
            <a:r>
              <a:rPr sz="1400"/>
              <a:t>Pellentesque</a:t>
            </a:r>
            <a:r>
              <a:rPr sz="1400"/>
              <a:t> </a:t>
            </a:r>
            <a:r>
              <a:rPr sz="1400"/>
              <a:t>ultricies</a:t>
            </a:r>
            <a:r>
              <a:rPr sz="1400"/>
              <a:t> </a:t>
            </a:r>
            <a:r>
              <a:rPr sz="1400"/>
              <a:t>quam</a:t>
            </a:r>
            <a:r>
              <a:rPr sz="1400"/>
              <a:t> </a:t>
            </a:r>
            <a:r>
              <a:rPr sz="1400"/>
              <a:t>ut</a:t>
            </a:r>
            <a:r>
              <a:rPr sz="1400"/>
              <a:t> </a:t>
            </a:r>
            <a:r>
              <a:rPr sz="1400"/>
              <a:t>massa</a:t>
            </a:r>
            <a:r>
              <a:rPr sz="1400"/>
              <a:t> </a:t>
            </a:r>
            <a:r>
              <a:rPr sz="1400"/>
              <a:t>luctus</a:t>
            </a:r>
            <a:r>
              <a:rPr sz="1400"/>
              <a:t> cursus. </a:t>
            </a:r>
            <a:r>
              <a:rPr sz="1400"/>
              <a:t>Nullam</a:t>
            </a:r>
            <a:r>
              <a:rPr sz="1400"/>
              <a:t> pharetra </a:t>
            </a:r>
            <a:r>
              <a:rPr sz="1400"/>
              <a:t>mauris</a:t>
            </a:r>
            <a:r>
              <a:rPr sz="1400"/>
              <a:t> </a:t>
            </a:r>
            <a:r>
              <a:rPr sz="1400"/>
              <a:t>tortor</a:t>
            </a:r>
            <a:r>
              <a:rPr sz="1400"/>
              <a:t>. In hac </a:t>
            </a:r>
            <a:r>
              <a:rPr sz="1400"/>
              <a:t>habitasse</a:t>
            </a:r>
            <a:r>
              <a:rPr sz="1400"/>
              <a:t> </a:t>
            </a:r>
            <a:r>
              <a:rPr sz="1400"/>
              <a:t>platea</a:t>
            </a:r>
            <a:r>
              <a:rPr sz="1400"/>
              <a:t> </a:t>
            </a:r>
            <a:r>
              <a:rPr sz="1400"/>
              <a:t>dictumst</a:t>
            </a:r>
            <a:r>
              <a:rPr sz="1400"/>
              <a:t>. Proin </a:t>
            </a:r>
            <a:r>
              <a:rPr sz="1400"/>
              <a:t>mattis</a:t>
            </a:r>
            <a:r>
              <a:rPr sz="1400"/>
              <a:t> </a:t>
            </a:r>
            <a:r>
              <a:rPr sz="1400"/>
              <a:t>nibh</a:t>
            </a:r>
            <a:r>
              <a:rPr sz="1400"/>
              <a:t> </a:t>
            </a:r>
            <a:r>
              <a:rPr sz="1400"/>
              <a:t>risus</a:t>
            </a:r>
            <a:r>
              <a:rPr sz="1400"/>
              <a:t>. </a:t>
            </a:r>
            <a:r>
              <a:rPr sz="1400"/>
              <a:t>Nulla</a:t>
            </a:r>
            <a:r>
              <a:rPr sz="1400"/>
              <a:t> </a:t>
            </a:r>
            <a:r>
              <a:rPr sz="1400"/>
              <a:t>tempor</a:t>
            </a:r>
            <a:r>
              <a:rPr sz="1400"/>
              <a:t> </a:t>
            </a:r>
            <a:r>
              <a:rPr sz="1400"/>
              <a:t>ut</a:t>
            </a:r>
            <a:r>
              <a:rPr sz="1400"/>
              <a:t> </a:t>
            </a:r>
            <a:r>
              <a:rPr sz="1400"/>
              <a:t>massa</a:t>
            </a:r>
            <a:r>
              <a:rPr sz="1400"/>
              <a:t> </a:t>
            </a:r>
            <a:r>
              <a:rPr sz="1400"/>
              <a:t>elementum</a:t>
            </a:r>
            <a:r>
              <a:rPr sz="1400"/>
              <a:t> </a:t>
            </a:r>
            <a:r>
              <a:rPr sz="1400"/>
              <a:t>dapibus</a:t>
            </a:r>
            <a:r>
              <a:rPr sz="1400"/>
              <a:t>. Nam non ante quis </a:t>
            </a:r>
            <a:r>
              <a:rPr sz="1400"/>
              <a:t>enim</a:t>
            </a:r>
            <a:r>
              <a:rPr sz="1400"/>
              <a:t> </a:t>
            </a:r>
            <a:r>
              <a:rPr sz="1400"/>
              <a:t>fringilla</a:t>
            </a:r>
            <a:r>
              <a:rPr sz="1400"/>
              <a:t> tempus nec in </a:t>
            </a:r>
            <a:r>
              <a:rPr sz="1400"/>
              <a:t>lectus</a:t>
            </a:r>
            <a:r>
              <a:rPr sz="1400"/>
              <a:t>. In hac </a:t>
            </a:r>
            <a:r>
              <a:rPr sz="1400"/>
              <a:t>habitasse</a:t>
            </a:r>
            <a:r>
              <a:rPr sz="1400"/>
              <a:t> </a:t>
            </a:r>
            <a:r>
              <a:rPr sz="1400"/>
              <a:t>platea</a:t>
            </a:r>
            <a:r>
              <a:rPr sz="1400"/>
              <a:t> </a:t>
            </a:r>
            <a:r>
              <a:rPr sz="1400"/>
              <a:t>dictumst</a:t>
            </a:r>
            <a:r>
              <a:rPr sz="1400"/>
              <a:t>. </a:t>
            </a:r>
          </a:p>
          <a:p xmlns:a="http://schemas.openxmlformats.org/drawingml/2006/main">
            <a:pPr marL="0" indent="0">
              <a:lnSpc>
                <a:spcPct val="114000"/>
              </a:lnSpc>
              <a:spcBef>
                <a:spcPts val="0"/>
              </a:spcBef>
              <a:spcAft>
                <a:spcPts val="800"/>
              </a:spcAft>
              <a:buFont typeface="Arial"/>
              <a:buNone/>
            </a:pPr>
            <a:r>
              <a:rPr sz="1400"/>
              <a:t>Lorem ipsum dolor sit </a:t>
            </a:r>
            <a:r>
              <a:rPr sz="1400"/>
              <a:t>amet</a:t>
            </a:r>
            <a:r>
              <a:rPr sz="1400"/>
              <a:t>, </a:t>
            </a:r>
            <a:r>
              <a:rPr sz="1400"/>
              <a:t>consectetur</a:t>
            </a:r>
            <a:r>
              <a:rPr sz="1400"/>
              <a:t> </a:t>
            </a:r>
            <a:r>
              <a:rPr sz="1400"/>
              <a:t>adipiscing</a:t>
            </a:r>
            <a:r>
              <a:rPr sz="1400"/>
              <a:t> </a:t>
            </a:r>
            <a:r>
              <a:rPr sz="1400"/>
              <a:t>elit</a:t>
            </a:r>
            <a:r>
              <a:rPr sz="1400"/>
              <a:t>. </a:t>
            </a:r>
            <a:r>
              <a:rPr sz="1400"/>
              <a:t>Pellentesque</a:t>
            </a:r>
            <a:r>
              <a:rPr sz="1400"/>
              <a:t> </a:t>
            </a:r>
            <a:r>
              <a:rPr sz="1400"/>
              <a:t>ultricies</a:t>
            </a:r>
            <a:r>
              <a:rPr sz="1400"/>
              <a:t> </a:t>
            </a:r>
            <a:r>
              <a:rPr sz="1400"/>
              <a:t>quam</a:t>
            </a:r>
            <a:r>
              <a:rPr sz="1400"/>
              <a:t> </a:t>
            </a:r>
            <a:r>
              <a:rPr sz="1400"/>
              <a:t>ut</a:t>
            </a:r>
            <a:r>
              <a:rPr sz="1400"/>
              <a:t> </a:t>
            </a:r>
            <a:r>
              <a:rPr sz="1400"/>
              <a:t>massa</a:t>
            </a:r>
            <a:r>
              <a:rPr sz="1400"/>
              <a:t> </a:t>
            </a:r>
            <a:r>
              <a:rPr sz="1400"/>
              <a:t>luctus</a:t>
            </a:r>
            <a:r>
              <a:rPr sz="1400"/>
              <a:t> cursus. </a:t>
            </a:r>
            <a:r>
              <a:rPr sz="1400"/>
              <a:t>Nullam</a:t>
            </a:r>
            <a:r>
              <a:rPr sz="1400"/>
              <a:t> pharetra </a:t>
            </a:r>
            <a:r>
              <a:rPr sz="1400"/>
              <a:t>mauris</a:t>
            </a:r>
            <a:r>
              <a:rPr sz="1400"/>
              <a:t> </a:t>
            </a:r>
            <a:r>
              <a:rPr sz="1400"/>
              <a:t>tortor</a:t>
            </a:r>
            <a:r>
              <a:rPr sz="1400"/>
              <a:t>. In hac </a:t>
            </a:r>
            <a:r>
              <a:rPr sz="1400"/>
              <a:t>habitasse</a:t>
            </a:r>
            <a:r>
              <a:rPr sz="1400"/>
              <a:t> </a:t>
            </a:r>
            <a:r>
              <a:rPr sz="1400"/>
              <a:t>platea</a:t>
            </a:r>
            <a:r>
              <a:rPr sz="1400"/>
              <a:t> </a:t>
            </a:r>
            <a:r>
              <a:rPr sz="1400"/>
              <a:t>dictumst</a:t>
            </a:r>
            <a:r>
              <a:rPr sz="1400"/>
              <a:t>. Proin </a:t>
            </a:r>
            <a:r>
              <a:rPr sz="1400"/>
              <a:t>mattis</a:t>
            </a:r>
            <a:r>
              <a:rPr sz="1400"/>
              <a:t> </a:t>
            </a:r>
            <a:r>
              <a:rPr sz="1400"/>
              <a:t>nibh</a:t>
            </a:r>
            <a:r>
              <a:rPr sz="1400"/>
              <a:t> </a:t>
            </a:r>
            <a:r>
              <a:rPr sz="1400"/>
              <a:t>risus</a:t>
            </a:r>
            <a:r>
              <a:rPr sz="1400"/>
              <a:t>. </a:t>
            </a:r>
            <a:r>
              <a:rPr sz="1400"/>
              <a:t>Nulla</a:t>
            </a:r>
            <a:r>
              <a:rPr sz="1400"/>
              <a:t> </a:t>
            </a:r>
            <a:r>
              <a:rPr sz="1400"/>
              <a:t>tempor</a:t>
            </a:r>
            <a:r>
              <a:rPr sz="1400"/>
              <a:t> </a:t>
            </a:r>
            <a:r>
              <a:rPr sz="1400"/>
              <a:t>ut</a:t>
            </a:r>
            <a:r>
              <a:rPr sz="1400"/>
              <a:t> </a:t>
            </a:r>
            <a:r>
              <a:rPr sz="1400"/>
              <a:t>massa</a:t>
            </a:r>
            <a:r>
              <a:rPr sz="1400"/>
              <a:t> </a:t>
            </a:r>
            <a:r>
              <a:rPr sz="1400"/>
              <a:t>elementum</a:t>
            </a:r>
            <a:r>
              <a:rPr sz="1400"/>
              <a:t> </a:t>
            </a:r>
            <a:r>
              <a:rPr sz="1400"/>
              <a:t>dapibus</a:t>
            </a:r>
            <a:r>
              <a:rPr sz="1400"/>
              <a:t>. Nam non ante quis </a:t>
            </a:r>
            <a:r>
              <a:rPr sz="1400"/>
              <a:t>enim</a:t>
            </a:r>
            <a:r>
              <a:rPr sz="1400"/>
              <a:t> </a:t>
            </a:r>
            <a:r>
              <a:rPr sz="1400"/>
              <a:t>fringilla</a:t>
            </a:r>
            <a:r>
              <a:rPr sz="1400"/>
              <a:t> tempus nec in </a:t>
            </a:r>
            <a:r>
              <a:rPr sz="1400"/>
              <a:t>lectus</a:t>
            </a:r>
            <a:r>
              <a:rPr sz="1400"/>
              <a:t>. In hac </a:t>
            </a:r>
            <a:r>
              <a:rPr sz="1400"/>
              <a:t>habitasse</a:t>
            </a:r>
            <a:r>
              <a:rPr sz="1400"/>
              <a:t> </a:t>
            </a:r>
            <a:r>
              <a:rPr sz="1400"/>
              <a:t>platea</a:t>
            </a:r>
            <a:r>
              <a:rPr sz="1400"/>
              <a:t> </a:t>
            </a:r>
            <a:r>
              <a:rPr sz="1400"/>
              <a:t>dictumst</a:t>
            </a:r>
            <a:r>
              <a:rPr sz="1400"/>
              <a:t>. </a:t>
            </a:r>
          </a:p>
        </p:txBody>
      </p:sp>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3700" y="1310936"/>
            <a:ext cx="5537200" cy="719318"/>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2000">
                <a:latin typeface="+mj-lt"/>
                <a:ea typeface="+mj-lt"/>
                <a:cs typeface="+mj-lt"/>
              </a:rPr>
              <a:t>Lorem ipsum dolor sit </a:t>
            </a:r>
            <a:r>
              <a:rPr sz="2000">
                <a:latin typeface="+mj-lt"/>
                <a:ea typeface="+mj-lt"/>
                <a:cs typeface="+mj-lt"/>
              </a:rPr>
              <a:t>amet</a:t>
            </a:r>
            <a:r>
              <a:rPr sz="2000">
                <a:latin typeface="+mj-lt"/>
                <a:ea typeface="+mj-lt"/>
                <a:cs typeface="+mj-lt"/>
              </a:rPr>
              <a:t>, </a:t>
            </a:r>
            <a:r>
              <a:rPr sz="2000">
                <a:latin typeface="+mj-lt"/>
                <a:ea typeface="+mj-lt"/>
                <a:cs typeface="+mj-lt"/>
              </a:rPr>
              <a:t>consectetur</a:t>
            </a:r>
            <a:r>
              <a:rPr sz="2000">
                <a:latin typeface="+mj-lt"/>
                <a:ea typeface="+mj-lt"/>
                <a:cs typeface="+mj-lt"/>
              </a:rPr>
              <a:t> </a:t>
            </a:r>
            <a:r>
              <a:rPr sz="2000">
                <a:latin typeface="+mj-lt"/>
                <a:ea typeface="+mj-lt"/>
                <a:cs typeface="+mj-lt"/>
              </a:rPr>
              <a:t>adipiscing</a:t>
            </a:r>
            <a:r>
              <a:rPr sz="2000">
                <a:latin typeface="+mj-lt"/>
                <a:ea typeface="+mj-lt"/>
                <a:cs typeface="+mj-lt"/>
              </a:rPr>
              <a:t> </a:t>
            </a:r>
            <a:r>
              <a:rPr sz="2000">
                <a:latin typeface="+mj-lt"/>
                <a:ea typeface="+mj-lt"/>
                <a:cs typeface="+mj-lt"/>
              </a:rPr>
              <a:t>elit</a:t>
            </a:r>
            <a:r>
              <a:rPr sz="2000">
                <a:latin typeface="+mj-lt"/>
                <a:ea typeface="+mj-lt"/>
                <a:cs typeface="+mj-lt"/>
              </a:rPr>
              <a:t>. </a:t>
            </a:r>
            <a:r>
              <a:rPr sz="2000">
                <a:latin typeface="+mj-lt"/>
                <a:ea typeface="+mj-lt"/>
                <a:cs typeface="+mj-lt"/>
              </a:rPr>
              <a:t>Pellentesque</a:t>
            </a:r>
            <a:r>
              <a:rPr sz="2000">
                <a:latin typeface="+mj-lt"/>
                <a:ea typeface="+mj-lt"/>
                <a:cs typeface="+mj-lt"/>
              </a:rPr>
              <a:t> </a:t>
            </a:r>
            <a:r>
              <a:rPr sz="2000">
                <a:latin typeface="+mj-lt"/>
                <a:ea typeface="+mj-lt"/>
                <a:cs typeface="+mj-lt"/>
              </a:rPr>
              <a:t>ultricies</a:t>
            </a:r>
            <a:r>
              <a:rPr sz="2000">
                <a:latin typeface="+mj-lt"/>
                <a:ea typeface="+mj-lt"/>
                <a:cs typeface="+mj-lt"/>
              </a:rPr>
              <a:t>.</a:t>
            </a:r>
          </a:p>
        </p:txBody>
      </p:sp>
    </p:spTree>
    <p:extLst>
      <p:ext uri="{BB962C8B-B14F-4D97-AF65-F5344CB8AC3E}">
        <p14:creationId xmlns:p14="http://schemas.microsoft.com/office/powerpoint/2010/main" val="54622172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F5D028D-B73B-5BFF-0AA5-65F94FB570F9}"/>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8</a:t>
            </a:fld>
            <a:endParaRPr/>
          </a:p>
        </p:txBody>
      </p:sp>
      <p:sp>
        <p:nvSpPr>
          <p:cNvPr id="533" name="Google Shape;533;p58">
            <a:extLst xmlns:a="http://schemas.openxmlformats.org/drawingml/2006/main">
              <a:ext uri="{FF2B5EF4-FFF2-40B4-BE49-F238E27FC236}">
                <a16:creationId xmlns:a16="http://schemas.microsoft.com/office/drawing/2014/main" id="{D035ED81-B82C-6CFE-FAA7-0911E05CDEB2}"/>
              </a:ext>
            </a:extLst>
          </p:cNvPr>
          <p:cNvSpPr>
            <a:spLocks xmlns:a="http://schemas.openxmlformats.org/drawingml/2006/main" noGrp="1"/>
          </p:cNvSpPr>
          <p:nvPr>
            <p:ph type="title" idx="0"/>
          </p:nvPr>
        </p:nvSpPr>
        <p:spPr>
          <a:xfrm xmlns:a="http://schemas.openxmlformats.org/drawingml/2006/main">
            <a:off x="393700" y="1170935"/>
            <a:ext cx="11404600" cy="1797958"/>
          </a:xfrm>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lgn="ctr">
              <a:buNone/>
            </a:pPr>
            <a:r>
              <a:rPr sz="4200">
                <a:solidFill>
                  <a:schemeClr val="accent1"/>
                </a:solidFill>
              </a:rPr>
              <a:t>Statement headline </a:t>
            </a:r>
            <a:br/>
            <a:r>
              <a:rPr sz="4200">
                <a:solidFill>
                  <a:schemeClr val="accent1"/>
                </a:solidFill>
              </a:rPr>
              <a:t>slide with eight logo grid</a:t>
            </a:r>
            <a:endParaRPr sz="4200">
              <a:solidFill>
                <a:schemeClr val="accent1"/>
              </a:solidFill>
            </a:endParaRPr>
          </a:p>
        </p:txBody>
      </p:sp>
      <p:sp>
        <p:nvSpPr>
          <p:cNvPr id="2" name="Footer Placeholder 1">
            <a:extLst xmlns:a="http://schemas.openxmlformats.org/drawingml/2006/main">
              <a:ext uri="{FF2B5EF4-FFF2-40B4-BE49-F238E27FC236}">
                <a16:creationId xmlns:a16="http://schemas.microsoft.com/office/drawing/2014/main" id="{AEFF86C5-A7D2-315F-C644-70488B8E4BC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6730FFED-E57C-67CB-4BAA-568126831AB5}"/>
              </a:ext>
            </a:extLst>
          </p:cNvPr>
          <p:cNvSpPr>
            <a:spLocks xmlns:a="http://schemas.openxmlformats.org/drawingml/2006/main" noGrp="1"/>
          </p:cNvSpPr>
          <p:nvPr/>
        </p:nvSpPr>
        <p:spPr>
          <a:xfrm xmlns:a="http://schemas.openxmlformats.org/drawingml/2006/main">
            <a:off x="2549677" y="3297710"/>
            <a:ext cx="7092645" cy="186590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ctr">
              <a:lnSpc>
                <a:spcPct val="114000"/>
              </a:lnSpc>
              <a:spcBef>
                <a:spcPts val="0"/>
              </a:spcBef>
              <a:spcAft>
                <a:spcPts val="800"/>
              </a:spcAft>
              <a:buFont typeface="Arial"/>
              <a:buNone/>
            </a:pPr>
            <a:r>
              <a:rPr sz="1600">
                <a:latin typeface="Helvetica Neue"/>
                <a:ea typeface="Helvetica Neue"/>
                <a:cs typeface="Helvetica Neue"/>
              </a:rPr>
              <a:t>Lorem ipsum dolor sit amet, consectetur adipiscing elit. Pellentesque ultricies quam ut massa luctus cursus. Nullam pharetra mauris tortor. In hac habitasse platea dictumst. Proin mattis nibh risus. Nulla tempor ut massa elementum dapibus. Nam non ante quis enim fringilla tempus nec in lectus. In hac habitasse platea dictumst. </a:t>
            </a:r>
          </a:p>
          <a:p xmlns:a="http://schemas.openxmlformats.org/drawingml/2006/main">
            <a:pPr marL="0" indent="0" algn="ctr">
              <a:lnSpc>
                <a:spcPct val="114000"/>
              </a:lnSpc>
              <a:spcBef>
                <a:spcPts val="0"/>
              </a:spcBef>
              <a:spcAft>
                <a:spcPts val="800"/>
              </a:spcAft>
              <a:buFont typeface="Arial"/>
              <a:buNone/>
            </a:pPr>
            <a:endParaRPr sz="1600">
              <a:latin typeface="Helvetica Neue"/>
              <a:ea typeface="Helvetica Neue"/>
              <a:cs typeface="Helvetica Neue"/>
            </a:endParaRPr>
          </a:p>
        </p:txBody>
      </p:sp>
    </p:spTree>
    <p:extLst>
      <p:ext uri="{BB962C8B-B14F-4D97-AF65-F5344CB8AC3E}">
        <p14:creationId xmlns:p14="http://schemas.microsoft.com/office/powerpoint/2010/main" val="34661421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4429360-E0B5-E472-3BCB-2FC70A04DAF5}"/>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9</a:t>
            </a:fld>
            <a:endParaRPr/>
          </a:p>
        </p:txBody>
      </p:sp>
      <p:sp>
        <p:nvSpPr>
          <p:cNvPr id="533" name="Google Shape;533;p58">
            <a:extLst xmlns:a="http://schemas.openxmlformats.org/drawingml/2006/main">
              <a:ext uri="{FF2B5EF4-FFF2-40B4-BE49-F238E27FC236}">
                <a16:creationId xmlns:a16="http://schemas.microsoft.com/office/drawing/2014/main" id="{3CD65521-5912-FE80-B7B5-EE9E16A1351B}"/>
              </a:ext>
            </a:extLst>
          </p:cNvPr>
          <p:cNvSpPr>
            <a:spLocks xmlns:a="http://schemas.openxmlformats.org/drawingml/2006/main" noGrp="1"/>
          </p:cNvSpPr>
          <p:nvPr>
            <p:ph type="title" idx="0"/>
          </p:nvPr>
        </p:nvSpPr>
        <p:spPr>
          <a:xfrm xmlns:a="http://schemas.openxmlformats.org/drawingml/2006/main">
            <a:off x="393700" y="344008"/>
            <a:ext cx="7835900" cy="10402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a:solidFill>
                  <a:schemeClr val="accent1"/>
                </a:solidFill>
              </a:rPr>
              <a:t>Full width data table slide</a:t>
            </a:r>
            <a:endParaRPr>
              <a:solidFill>
                <a:schemeClr val="accent1"/>
              </a:solidFill>
            </a:endParaRPr>
          </a:p>
        </p:txBody>
      </p:sp>
      <p:graphicFrame>
        <p:nvGraphicFramePr>
          <p:cNvPr id="537" name="Google Shape;644;p93"/>
          <p:cNvGraphicFramePr/>
          <p:nvPr/>
        </p:nvGraphicFramePr>
        <p:xfrm>
          <a:off xmlns:a="http://schemas.openxmlformats.org/drawingml/2006/main" x="4752742" y="1549337"/>
          <a:ext xmlns:a="http://schemas.openxmlformats.org/drawingml/2006/main" cx="6778000" cy="4627827"/>
        </p:xfrm>
        <a:graphic xmlns:a="http://schemas.openxmlformats.org/drawingml/2006/main">
          <a:graphicData uri="http://schemas.openxmlformats.org/drawingml/2006/table">
            <a:tbl>
              <a:tblPr firstRow="1"/>
              <a:tblGrid>
                <a:gridCol w="1694500"/>
                <a:gridCol w="1694500"/>
                <a:gridCol w="1694500"/>
                <a:gridCol w="1694500"/>
              </a:tblGrid>
              <a:tr h="558432">
                <a:tc>
                  <a:txBody>
                    <a:bodyPr/>
                    <a:lstStyle/>
                    <a:p>
                      <a:pPr marL="0" lvl="0" indent="0" algn="l">
                        <a:lnSpc>
                          <a:spcPct val="110000"/>
                        </a:lnSpc>
                        <a:spcBef>
                          <a:spcPts val="0"/>
                        </a:spcBef>
                        <a:spcAft>
                          <a:spcPts val="700"/>
                        </a:spcAft>
                        <a:buNone/>
                      </a:pPr>
                      <a:r>
                        <a:rPr sz="1400" b="1">
                          <a:solidFill>
                            <a:srgbClr val="000000"/>
                          </a:solidFill>
                          <a:latin typeface="+mn-lt"/>
                          <a:ea typeface="+mn-lt"/>
                          <a:cs typeface="+mn-lt"/>
                        </a:rPr>
                        <a:t>Column Label</a:t>
                      </a:r>
                      <a:endParaRPr sz="1400" b="1">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None/>
                      </a:pPr>
                      <a:r>
                        <a:rPr sz="1400" b="1">
                          <a:solidFill>
                            <a:srgbClr val="000000"/>
                          </a:solidFill>
                          <a:latin typeface="+mn-lt"/>
                          <a:ea typeface="+mn-lt"/>
                          <a:cs typeface="+mn-lt"/>
                        </a:rPr>
                        <a:t>Column Label</a:t>
                      </a:r>
                      <a:endParaRPr sz="1400" b="1">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Clr>
                          <a:srgbClr val="000000"/>
                        </a:buClr>
                        <a:buSzPts val="1200"/>
                        <a:buFont typeface="Arial"/>
                        <a:buNone/>
                      </a:pPr>
                      <a:r>
                        <a:rPr sz="1400" b="1">
                          <a:solidFill>
                            <a:srgbClr val="000000"/>
                          </a:solidFill>
                          <a:latin typeface="+mn-lt"/>
                          <a:ea typeface="+mn-lt"/>
                          <a:cs typeface="+mn-lt"/>
                        </a:rPr>
                        <a:t>Column Label</a:t>
                      </a:r>
                      <a:endParaRPr sz="1400" b="1">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Clr>
                          <a:srgbClr val="000000"/>
                        </a:buClr>
                        <a:buSzPts val="1200"/>
                        <a:buFont typeface="Arial"/>
                        <a:buNone/>
                      </a:pPr>
                      <a:r>
                        <a:rPr sz="1400" b="1">
                          <a:solidFill>
                            <a:srgbClr val="000000"/>
                          </a:solidFill>
                          <a:latin typeface="+mn-lt"/>
                          <a:ea typeface="+mn-lt"/>
                          <a:cs typeface="+mn-lt"/>
                        </a:rPr>
                        <a:t>Column Label</a:t>
                      </a:r>
                      <a:endParaRPr sz="1400" b="1">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Data Point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Yes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1,000,000k / 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0.00023862381</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Data Point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No</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1,000,000k / 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0.00023862381</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Data Point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Yes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1,000,000k / 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0.00023862381</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Data Point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No</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1,000,000k / 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0.00023862381</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Data Point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Yes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1,000,000k / 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0.00023862381</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Data Point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No</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1,000,000k / 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0.00023862381</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Data Point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Yes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1,000,000k / 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0.00023862381</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Data Point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Yes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1,000,000k / 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0.00023862381</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452155">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Data Point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Yes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1,000,000k / 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00">
                          <a:solidFill>
                            <a:srgbClr val="000000"/>
                          </a:solidFill>
                          <a:latin typeface="+mn-lt"/>
                          <a:ea typeface="+mn-lt"/>
                          <a:cs typeface="+mn-lt"/>
                        </a:rPr>
                        <a:t>0.00023862381</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rgbClr val="9E9E9E">
                          <a:alpha val="0"/>
                        </a:srgbClr>
                      </a:solidFill>
                      <a:prstDash val="solid"/>
                    </a:lnB>
                  </a:tcPr>
                </a:tc>
              </a:tr>
            </a:tbl>
          </a:graphicData>
        </a:graphic>
      </p:graphicFrame>
      <p:sp>
        <p:nvSpPr>
          <p:cNvPr id="3" name="Footer Placeholder 2">
            <a:extLst xmlns:a="http://schemas.openxmlformats.org/drawingml/2006/main">
              <a:ext uri="{FF2B5EF4-FFF2-40B4-BE49-F238E27FC236}">
                <a16:creationId xmlns:a16="http://schemas.microsoft.com/office/drawing/2014/main" id="{175B304C-27F3-8A33-E6D7-E2EFCA2F82B2}"/>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7" name="Google Shape;534;p58">
            <a:extLst xmlns:a="http://schemas.openxmlformats.org/drawingml/2006/main">
              <a:ext uri="{FF2B5EF4-FFF2-40B4-BE49-F238E27FC236}">
                <a16:creationId xmlns:a16="http://schemas.microsoft.com/office/drawing/2014/main" id="{71547039-AB2A-5CA1-49F7-26E9E71601EF}"/>
              </a:ext>
            </a:extLst>
          </p:cNvPr>
          <p:cNvSpPr>
            <a:spLocks xmlns:a="http://schemas.openxmlformats.org/drawingml/2006/main" noGrp="1"/>
          </p:cNvSpPr>
          <p:nvPr/>
        </p:nvSpPr>
        <p:spPr>
          <a:xfrm xmlns:a="http://schemas.openxmlformats.org/drawingml/2006/main">
            <a:off x="393700" y="2774196"/>
            <a:ext cx="3606800" cy="322020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t>Lorem ipsum dolor sit </a:t>
            </a:r>
            <a:r>
              <a:rPr sz="1400"/>
              <a:t>amet</a:t>
            </a:r>
            <a:r>
              <a:rPr sz="1400"/>
              <a:t>, </a:t>
            </a:r>
            <a:r>
              <a:rPr sz="1400"/>
              <a:t>consectetur</a:t>
            </a:r>
            <a:r>
              <a:rPr sz="1400"/>
              <a:t> </a:t>
            </a:r>
            <a:r>
              <a:rPr sz="1400"/>
              <a:t>adipiscing</a:t>
            </a:r>
            <a:r>
              <a:rPr sz="1400"/>
              <a:t> </a:t>
            </a:r>
            <a:r>
              <a:rPr sz="1400"/>
              <a:t>elit</a:t>
            </a:r>
            <a:r>
              <a:rPr sz="1400"/>
              <a:t>. </a:t>
            </a:r>
            <a:r>
              <a:rPr sz="1400"/>
              <a:t>Pellentesque</a:t>
            </a:r>
            <a:r>
              <a:rPr sz="1400"/>
              <a:t> </a:t>
            </a:r>
            <a:r>
              <a:rPr sz="1400"/>
              <a:t>ultricies</a:t>
            </a:r>
            <a:r>
              <a:rPr sz="1400"/>
              <a:t> </a:t>
            </a:r>
            <a:r>
              <a:rPr sz="1400"/>
              <a:t>quam</a:t>
            </a:r>
            <a:r>
              <a:rPr sz="1400"/>
              <a:t> </a:t>
            </a:r>
            <a:r>
              <a:rPr sz="1400"/>
              <a:t>ut</a:t>
            </a:r>
            <a:r>
              <a:rPr sz="1400"/>
              <a:t> </a:t>
            </a:r>
            <a:r>
              <a:rPr sz="1400"/>
              <a:t>massa</a:t>
            </a:r>
            <a:r>
              <a:rPr sz="1400"/>
              <a:t> </a:t>
            </a:r>
            <a:r>
              <a:rPr sz="1400"/>
              <a:t>luctus</a:t>
            </a:r>
            <a:r>
              <a:rPr sz="1400"/>
              <a:t> cursus. </a:t>
            </a:r>
            <a:r>
              <a:rPr sz="1400"/>
              <a:t>Nullam</a:t>
            </a:r>
            <a:r>
              <a:rPr sz="1400"/>
              <a:t> pharetra </a:t>
            </a:r>
            <a:r>
              <a:rPr sz="1400"/>
              <a:t>mauris</a:t>
            </a:r>
            <a:r>
              <a:rPr sz="1400"/>
              <a:t> </a:t>
            </a:r>
            <a:r>
              <a:rPr sz="1400"/>
              <a:t>tortor</a:t>
            </a:r>
            <a:r>
              <a:rPr sz="1400"/>
              <a:t>. In hac </a:t>
            </a:r>
            <a:r>
              <a:rPr sz="1400"/>
              <a:t>habitasse</a:t>
            </a:r>
            <a:r>
              <a:rPr sz="1400"/>
              <a:t> </a:t>
            </a:r>
            <a:r>
              <a:rPr sz="1400"/>
              <a:t>platea</a:t>
            </a:r>
            <a:r>
              <a:rPr sz="1400"/>
              <a:t> </a:t>
            </a:r>
            <a:r>
              <a:rPr sz="1400"/>
              <a:t>dictumst</a:t>
            </a:r>
            <a:r>
              <a:rPr sz="1400"/>
              <a:t>. Proin </a:t>
            </a:r>
            <a:r>
              <a:rPr sz="1400"/>
              <a:t>mattis</a:t>
            </a:r>
            <a:r>
              <a:rPr sz="1400"/>
              <a:t> </a:t>
            </a:r>
            <a:r>
              <a:rPr sz="1400"/>
              <a:t>nibh</a:t>
            </a:r>
            <a:r>
              <a:rPr sz="1400"/>
              <a:t> </a:t>
            </a:r>
            <a:r>
              <a:rPr sz="1400"/>
              <a:t>risus</a:t>
            </a:r>
            <a:r>
              <a:rPr sz="1400"/>
              <a:t>. </a:t>
            </a:r>
            <a:r>
              <a:rPr sz="1400"/>
              <a:t>Nulla</a:t>
            </a:r>
            <a:r>
              <a:rPr sz="1400"/>
              <a:t> </a:t>
            </a:r>
            <a:r>
              <a:rPr sz="1400"/>
              <a:t>tempor</a:t>
            </a:r>
            <a:r>
              <a:rPr sz="1400"/>
              <a:t> </a:t>
            </a:r>
            <a:r>
              <a:rPr sz="1400"/>
              <a:t>ut</a:t>
            </a:r>
            <a:r>
              <a:rPr sz="1400"/>
              <a:t> </a:t>
            </a:r>
            <a:r>
              <a:rPr sz="1400"/>
              <a:t>massa</a:t>
            </a:r>
            <a:r>
              <a:rPr sz="1400"/>
              <a:t> </a:t>
            </a:r>
            <a:r>
              <a:rPr sz="1400"/>
              <a:t>elementum</a:t>
            </a:r>
            <a:r>
              <a:rPr sz="1400"/>
              <a:t> </a:t>
            </a:r>
            <a:r>
              <a:rPr sz="1400"/>
              <a:t>dapibus</a:t>
            </a:r>
            <a:r>
              <a:rPr sz="1400"/>
              <a:t>. Nam non ante quis </a:t>
            </a:r>
            <a:r>
              <a:rPr sz="1400"/>
              <a:t>enim</a:t>
            </a:r>
            <a:r>
              <a:rPr sz="1400"/>
              <a:t> </a:t>
            </a:r>
            <a:r>
              <a:rPr sz="1400"/>
              <a:t>fringilla</a:t>
            </a:r>
            <a:r>
              <a:rPr sz="1400"/>
              <a:t> tempus nec in </a:t>
            </a:r>
            <a:r>
              <a:rPr sz="1400"/>
              <a:t>lectus</a:t>
            </a:r>
            <a:r>
              <a:rPr sz="1400"/>
              <a:t>. In hac </a:t>
            </a:r>
            <a:r>
              <a:rPr sz="1400"/>
              <a:t>habitasse</a:t>
            </a:r>
            <a:r>
              <a:rPr sz="1400"/>
              <a:t> </a:t>
            </a:r>
            <a:r>
              <a:rPr sz="1400"/>
              <a:t>platea</a:t>
            </a:r>
            <a:r>
              <a:rPr sz="1400"/>
              <a:t> </a:t>
            </a:r>
            <a:r>
              <a:rPr sz="1400"/>
              <a:t>dictumst</a:t>
            </a:r>
            <a:r>
              <a:rPr sz="1400"/>
              <a:t>. </a:t>
            </a:r>
          </a:p>
          <a:p xmlns:a="http://schemas.openxmlformats.org/drawingml/2006/main">
            <a:pPr marL="0" indent="0">
              <a:lnSpc>
                <a:spcPct val="114000"/>
              </a:lnSpc>
              <a:spcBef>
                <a:spcPts val="0"/>
              </a:spcBef>
              <a:spcAft>
                <a:spcPts val="800"/>
              </a:spcAft>
              <a:buFont typeface="Arial"/>
              <a:buNone/>
            </a:pPr>
            <a:r>
              <a:rPr sz="1400"/>
              <a:t>Lorem ipsum dolor sit </a:t>
            </a:r>
            <a:r>
              <a:rPr sz="1400"/>
              <a:t>amet</a:t>
            </a:r>
            <a:r>
              <a:rPr sz="1400"/>
              <a:t>, </a:t>
            </a:r>
            <a:r>
              <a:rPr sz="1400"/>
              <a:t>consectetur</a:t>
            </a:r>
            <a:r>
              <a:rPr sz="1400"/>
              <a:t> </a:t>
            </a:r>
            <a:r>
              <a:rPr sz="1400"/>
              <a:t>adipiscing</a:t>
            </a:r>
            <a:r>
              <a:rPr sz="1400"/>
              <a:t> </a:t>
            </a:r>
            <a:r>
              <a:rPr sz="1400"/>
              <a:t>elit</a:t>
            </a:r>
            <a:r>
              <a:rPr sz="1400"/>
              <a:t>. </a:t>
            </a:r>
            <a:r>
              <a:rPr sz="1400"/>
              <a:t>Pellentesque</a:t>
            </a:r>
            <a:r>
              <a:rPr sz="1400"/>
              <a:t> </a:t>
            </a:r>
            <a:r>
              <a:rPr sz="1400"/>
              <a:t>ultricies</a:t>
            </a:r>
            <a:r>
              <a:rPr sz="1400"/>
              <a:t> </a:t>
            </a:r>
            <a:r>
              <a:rPr sz="1400"/>
              <a:t>quam</a:t>
            </a:r>
            <a:r>
              <a:rPr sz="1400"/>
              <a:t> </a:t>
            </a:r>
            <a:r>
              <a:rPr sz="1400"/>
              <a:t>ut</a:t>
            </a:r>
            <a:r>
              <a:rPr sz="1400"/>
              <a:t> </a:t>
            </a:r>
            <a:r>
              <a:rPr sz="1400"/>
              <a:t>massa</a:t>
            </a:r>
            <a:r>
              <a:rPr sz="1400"/>
              <a:t> </a:t>
            </a:r>
            <a:r>
              <a:rPr sz="1400"/>
              <a:t>luctus</a:t>
            </a:r>
            <a:r>
              <a:rPr sz="1400"/>
              <a:t> cursus. </a:t>
            </a:r>
            <a:r>
              <a:rPr sz="1400"/>
              <a:t>Nullam</a:t>
            </a:r>
            <a:r>
              <a:rPr sz="1400"/>
              <a:t> pharetra </a:t>
            </a:r>
            <a:r>
              <a:rPr sz="1400"/>
              <a:t>mauris</a:t>
            </a:r>
            <a:r>
              <a:rPr sz="1400"/>
              <a:t> </a:t>
            </a:r>
            <a:r>
              <a:rPr sz="1400"/>
              <a:t>tortor</a:t>
            </a:r>
            <a:r>
              <a:rPr sz="1400"/>
              <a:t>. In hac </a:t>
            </a:r>
            <a:r>
              <a:rPr sz="1400"/>
              <a:t>habitasse</a:t>
            </a:r>
            <a:r>
              <a:rPr sz="1400"/>
              <a:t> </a:t>
            </a:r>
            <a:r>
              <a:rPr sz="1400"/>
              <a:t>platea</a:t>
            </a:r>
            <a:r>
              <a:rPr sz="1400"/>
              <a:t> </a:t>
            </a:r>
            <a:r>
              <a:rPr sz="1400"/>
              <a:t>dictumst</a:t>
            </a:r>
            <a:r>
              <a:rPr sz="1400"/>
              <a:t>. Proin </a:t>
            </a:r>
            <a:r>
              <a:rPr sz="1400"/>
              <a:t>mattis</a:t>
            </a:r>
            <a:r>
              <a:rPr sz="1400"/>
              <a:t> </a:t>
            </a:r>
            <a:r>
              <a:rPr sz="1400"/>
              <a:t>nibh</a:t>
            </a:r>
            <a:r>
              <a:rPr sz="1400"/>
              <a:t> </a:t>
            </a:r>
            <a:r>
              <a:rPr sz="1400"/>
              <a:t>risus</a:t>
            </a:r>
            <a:r>
              <a:rPr sz="1400"/>
              <a:t>. </a:t>
            </a:r>
          </a:p>
        </p:txBody>
      </p:sp>
      <p:sp>
        <p:nvSpPr>
          <p:cNvPr id="8" name="Google Shape;534;p58">
            <a:extLst xmlns:a="http://schemas.openxmlformats.org/drawingml/2006/main">
              <a:ext uri="{FF2B5EF4-FFF2-40B4-BE49-F238E27FC236}">
                <a16:creationId xmlns:a16="http://schemas.microsoft.com/office/drawing/2014/main" id="{D136FB89-7449-CC90-F061-B6BF578EA25E}"/>
              </a:ext>
            </a:extLst>
          </p:cNvPr>
          <p:cNvSpPr>
            <a:spLocks xmlns:a="http://schemas.openxmlformats.org/drawingml/2006/main" noGrp="1"/>
          </p:cNvSpPr>
          <p:nvPr/>
        </p:nvSpPr>
        <p:spPr>
          <a:xfrm xmlns:a="http://schemas.openxmlformats.org/drawingml/2006/main">
            <a:off x="393700" y="1564835"/>
            <a:ext cx="3606800" cy="117836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2000">
                <a:latin typeface="+mj-lt"/>
                <a:ea typeface="+mj-lt"/>
                <a:cs typeface="+mj-lt"/>
              </a:rPr>
              <a:t>Lorem ipsum dolor sit </a:t>
            </a:r>
            <a:r>
              <a:rPr sz="2000">
                <a:latin typeface="+mj-lt"/>
                <a:ea typeface="+mj-lt"/>
                <a:cs typeface="+mj-lt"/>
              </a:rPr>
              <a:t>amet</a:t>
            </a:r>
            <a:r>
              <a:rPr sz="2000">
                <a:latin typeface="+mj-lt"/>
                <a:ea typeface="+mj-lt"/>
                <a:cs typeface="+mj-lt"/>
              </a:rPr>
              <a:t>, </a:t>
            </a:r>
            <a:r>
              <a:rPr sz="2000">
                <a:latin typeface="+mj-lt"/>
                <a:ea typeface="+mj-lt"/>
                <a:cs typeface="+mj-lt"/>
              </a:rPr>
              <a:t>consectetur</a:t>
            </a:r>
            <a:r>
              <a:rPr sz="2000">
                <a:latin typeface="+mj-lt"/>
                <a:ea typeface="+mj-lt"/>
                <a:cs typeface="+mj-lt"/>
              </a:rPr>
              <a:t> </a:t>
            </a:r>
            <a:r>
              <a:rPr sz="2000">
                <a:latin typeface="+mj-lt"/>
                <a:ea typeface="+mj-lt"/>
                <a:cs typeface="+mj-lt"/>
              </a:rPr>
              <a:t>adipiscing</a:t>
            </a:r>
            <a:r>
              <a:rPr sz="2000">
                <a:latin typeface="+mj-lt"/>
                <a:ea typeface="+mj-lt"/>
                <a:cs typeface="+mj-lt"/>
              </a:rPr>
              <a:t> </a:t>
            </a:r>
            <a:r>
              <a:rPr sz="2000">
                <a:latin typeface="+mj-lt"/>
                <a:ea typeface="+mj-lt"/>
                <a:cs typeface="+mj-lt"/>
              </a:rPr>
              <a:t>elit</a:t>
            </a:r>
            <a:r>
              <a:rPr sz="2000">
                <a:latin typeface="+mj-lt"/>
                <a:ea typeface="+mj-lt"/>
                <a:cs typeface="+mj-lt"/>
              </a:rPr>
              <a:t>. </a:t>
            </a:r>
            <a:r>
              <a:rPr sz="2000">
                <a:latin typeface="+mj-lt"/>
                <a:ea typeface="+mj-lt"/>
                <a:cs typeface="+mj-lt"/>
              </a:rPr>
              <a:t>Pellentesque</a:t>
            </a:r>
            <a:r>
              <a:rPr sz="2000">
                <a:latin typeface="+mj-lt"/>
                <a:ea typeface="+mj-lt"/>
                <a:cs typeface="+mj-lt"/>
              </a:rPr>
              <a:t> </a:t>
            </a:r>
            <a:r>
              <a:rPr sz="2000">
                <a:latin typeface="+mj-lt"/>
                <a:ea typeface="+mj-lt"/>
                <a:cs typeface="+mj-lt"/>
              </a:rPr>
              <a:t>ultricies</a:t>
            </a:r>
            <a:r>
              <a:rPr sz="2000">
                <a:latin typeface="+mj-lt"/>
                <a:ea typeface="+mj-lt"/>
                <a:cs typeface="+mj-lt"/>
              </a:rPr>
              <a:t>.</a:t>
            </a:r>
          </a:p>
        </p:txBody>
      </p:sp>
    </p:spTree>
    <p:extLst>
      <p:ext uri="{BB962C8B-B14F-4D97-AF65-F5344CB8AC3E}">
        <p14:creationId xmlns:p14="http://schemas.microsoft.com/office/powerpoint/2010/main" val="255389493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F29587C6-818E-614C-4E8F-CD264BB5DD4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10</a:t>
            </a:fld>
            <a:endParaRPr/>
          </a:p>
        </p:txBody>
      </p:sp>
      <p:sp>
        <p:nvSpPr>
          <p:cNvPr id="533" name="Google Shape;533;p58">
            <a:extLst xmlns:a="http://schemas.openxmlformats.org/drawingml/2006/main">
              <a:ext uri="{FF2B5EF4-FFF2-40B4-BE49-F238E27FC236}">
                <a16:creationId xmlns:a16="http://schemas.microsoft.com/office/drawing/2014/main" id="{E3FE1DBC-074A-B31C-7363-7F3B84443707}"/>
              </a:ext>
            </a:extLst>
          </p:cNvPr>
          <p:cNvSpPr>
            <a:spLocks xmlns:a="http://schemas.openxmlformats.org/drawingml/2006/main" noGrp="1"/>
          </p:cNvSpPr>
          <p:nvPr>
            <p:ph type="title" idx="0"/>
          </p:nvPr>
        </p:nvSpPr>
        <p:spPr>
          <a:xfrm xmlns:a="http://schemas.openxmlformats.org/drawingml/2006/main">
            <a:off x="393700" y="344008"/>
            <a:ext cx="5549230" cy="6973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a:solidFill>
                  <a:schemeClr val="accent1"/>
                </a:solidFill>
              </a:rPr>
              <a:t>Chart with three cards</a:t>
            </a:r>
            <a:endParaRPr>
              <a:solidFill>
                <a:schemeClr val="accent1"/>
              </a:solidFill>
            </a:endParaRPr>
          </a:p>
        </p:txBody>
      </p:sp>
      <p:graphicFrame>
        <p:nvGraphicFramePr>
          <p:cNvPr id="537" name="Chart 3"/>
          <p:cNvGraphicFramePr/>
          <p:nvPr/>
        </p:nvGraphicFramePr>
        <p:xfrm>
          <a:off xmlns:a="http://schemas.openxmlformats.org/drawingml/2006/main" x="408690" y="1023105"/>
          <a:ext xmlns:a="http://schemas.openxmlformats.org/drawingml/2006/main" cx="5124182" cy="5225194"/>
        </p:xfrm>
        <a:graphic xmlns:a="http://schemas.openxmlformats.org/drawingml/2006/main">
          <a:graphicData uri="http://schemas.openxmlformats.org/drawingml/2006/chart">
            <c:chart xmlns:r="http://schemas.openxmlformats.org/officeDocument/2006/relationships" xmlns:c="http://schemas.openxmlformats.org/drawingml/2006/chart" r:id="Rb5accd184cc44f02"/>
          </a:graphicData>
        </a:graphic>
      </p:graphicFrame>
      <p:sp>
        <p:nvSpPr>
          <p:cNvPr id="5" name="Footer Placeholder 4">
            <a:extLst xmlns:a="http://schemas.openxmlformats.org/drawingml/2006/main">
              <a:ext uri="{FF2B5EF4-FFF2-40B4-BE49-F238E27FC236}">
                <a16:creationId xmlns:a16="http://schemas.microsoft.com/office/drawing/2014/main" id="{41655C29-3D04-D88C-395C-E6000B5894F9}"/>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6" name="Rounded Rectangle 5">
            <a:extLst xmlns:a="http://schemas.openxmlformats.org/drawingml/2006/main">
              <a:ext uri="{FF2B5EF4-FFF2-40B4-BE49-F238E27FC236}">
                <a16:creationId xmlns:a16="http://schemas.microsoft.com/office/drawing/2014/main" id="{DEFFCFBF-F669-9423-2DB8-D166659E1B79}"/>
              </a:ext>
            </a:extLst>
          </p:cNvPr>
          <p:cNvSpPr>
            <a:spLocks xmlns:a="http://schemas.openxmlformats.org/drawingml/2006/main" noGrp="1"/>
          </p:cNvSpPr>
          <p:nvPr/>
        </p:nvSpPr>
        <p:spPr>
          <a:xfrm xmlns:a="http://schemas.openxmlformats.org/drawingml/2006/main">
            <a:off x="6264412" y="2374900"/>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1" name="Rounded Rectangle 10">
            <a:extLst xmlns:a="http://schemas.openxmlformats.org/drawingml/2006/main">
              <a:ext uri="{FF2B5EF4-FFF2-40B4-BE49-F238E27FC236}">
                <a16:creationId xmlns:a16="http://schemas.microsoft.com/office/drawing/2014/main" id="{2B25D3D5-48E8-D985-A4A9-9DA67A423BF8}"/>
              </a:ext>
            </a:extLst>
          </p:cNvPr>
          <p:cNvSpPr>
            <a:spLocks xmlns:a="http://schemas.openxmlformats.org/drawingml/2006/main" noGrp="1"/>
          </p:cNvSpPr>
          <p:nvPr/>
        </p:nvSpPr>
        <p:spPr>
          <a:xfrm xmlns:a="http://schemas.openxmlformats.org/drawingml/2006/main">
            <a:off x="6264412" y="437010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2" name="Content Placeholder 10">
            <a:extLst xmlns:a="http://schemas.openxmlformats.org/drawingml/2006/main">
              <a:ext uri="{FF2B5EF4-FFF2-40B4-BE49-F238E27FC236}">
                <a16:creationId xmlns:a16="http://schemas.microsoft.com/office/drawing/2014/main" id="{993A9C42-081B-E830-D8CB-13511AF87915}"/>
              </a:ext>
            </a:extLst>
          </p:cNvPr>
          <p:cNvSpPr>
            <a:spLocks xmlns:a="http://schemas.openxmlformats.org/drawingml/2006/main" noGrp="1"/>
          </p:cNvSpPr>
          <p:nvPr/>
        </p:nvSpPr>
        <p:spPr>
          <a:xfrm xmlns:a="http://schemas.openxmlformats.org/drawingml/2006/main">
            <a:off x="6558438" y="3088295"/>
            <a:ext cx="4986886" cy="59753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Lorem ipsum dolor sit </a:t>
            </a:r>
            <a:r>
              <a:rPr sz="1600" b="0" i="0" u="none" cap="none" spc="0">
                <a:ln>
                  <a:noFill/>
                </a:ln>
                <a:latin typeface="Helvetica Neue"/>
                <a:ea typeface="Helvetica Neue"/>
                <a:cs typeface="Helvetica Neue"/>
              </a:rPr>
              <a:t>amet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consectetur</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adipiscing</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elit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Pellentesque</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ultricies</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quam</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massa</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luctus</a:t>
            </a:r>
            <a:r>
              <a:rPr sz="1600" b="0" i="0" u="none" cap="none" spc="0">
                <a:ln>
                  <a:noFill/>
                </a:ln>
                <a:latin typeface="Helvetica Neue"/>
                <a:ea typeface="Helvetica Neue"/>
                <a:cs typeface="Helvetica Neue"/>
              </a:rPr>
              <a:t>. </a:t>
            </a:r>
          </a:p>
        </p:txBody>
      </p:sp>
      <p:sp>
        <p:nvSpPr>
          <p:cNvPr id="13" name="TextBox 12">
            <a:extLst xmlns:a="http://schemas.openxmlformats.org/drawingml/2006/main">
              <a:ext uri="{FF2B5EF4-FFF2-40B4-BE49-F238E27FC236}">
                <a16:creationId xmlns:a16="http://schemas.microsoft.com/office/drawing/2014/main" id="{F3899B51-315F-2B69-8DFE-6F0EE585DE74}"/>
              </a:ext>
            </a:extLst>
          </p:cNvPr>
          <p:cNvSpPr>
            <a:spLocks xmlns:a="http://schemas.openxmlformats.org/drawingml/2006/main" noGrp="1"/>
          </p:cNvSpPr>
          <p:nvPr/>
        </p:nvSpPr>
        <p:spPr>
          <a:xfrm xmlns:a="http://schemas.openxmlformats.org/drawingml/2006/main">
            <a:off x="6555127" y="2631212"/>
            <a:ext cx="4986886" cy="28725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800" b="0" i="0" u="none" cap="none" spc="0">
                <a:ln>
                  <a:noFill/>
                </a:ln>
                <a:solidFill>
                  <a:srgbClr val="3357B8"/>
                </a:solidFill>
                <a:latin typeface="Helvetica Neue Medium"/>
                <a:ea typeface="Helvetica Neue Medium"/>
                <a:cs typeface="Helvetica Neue Medium"/>
              </a:rPr>
              <a:t>Topic title goes here</a:t>
            </a:r>
          </a:p>
        </p:txBody>
      </p:sp>
      <p:sp>
        <p:nvSpPr>
          <p:cNvPr id="14" name="Content Placeholder 10">
            <a:extLst xmlns:a="http://schemas.openxmlformats.org/drawingml/2006/main">
              <a:ext uri="{FF2B5EF4-FFF2-40B4-BE49-F238E27FC236}">
                <a16:creationId xmlns:a16="http://schemas.microsoft.com/office/drawing/2014/main" id="{DBE99E9C-A611-68DB-873D-1306B6DA4538}"/>
              </a:ext>
            </a:extLst>
          </p:cNvPr>
          <p:cNvSpPr>
            <a:spLocks xmlns:a="http://schemas.openxmlformats.org/drawingml/2006/main" noGrp="1"/>
          </p:cNvSpPr>
          <p:nvPr/>
        </p:nvSpPr>
        <p:spPr>
          <a:xfrm xmlns:a="http://schemas.openxmlformats.org/drawingml/2006/main">
            <a:off x="6558438" y="5094931"/>
            <a:ext cx="4986886" cy="59753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Lorem ipsum dolor sit </a:t>
            </a:r>
            <a:r>
              <a:rPr sz="1600" b="0" i="0" u="none" cap="none" spc="0">
                <a:ln>
                  <a:noFill/>
                </a:ln>
                <a:latin typeface="Helvetica Neue"/>
                <a:ea typeface="Helvetica Neue"/>
                <a:cs typeface="Helvetica Neue"/>
              </a:rPr>
              <a:t>amet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consectetur</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adipiscing</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elit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Pellentesque</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ultricies</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quam</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massa</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luctus</a:t>
            </a:r>
            <a:r>
              <a:rPr sz="1600" b="0" i="0" u="none" cap="none" spc="0">
                <a:ln>
                  <a:noFill/>
                </a:ln>
                <a:latin typeface="Helvetica Neue"/>
                <a:ea typeface="Helvetica Neue"/>
                <a:cs typeface="Helvetica Neue"/>
              </a:rPr>
              <a:t>. </a:t>
            </a:r>
          </a:p>
        </p:txBody>
      </p:sp>
      <p:sp>
        <p:nvSpPr>
          <p:cNvPr id="15" name="TextBox 14">
            <a:extLst xmlns:a="http://schemas.openxmlformats.org/drawingml/2006/main">
              <a:ext uri="{FF2B5EF4-FFF2-40B4-BE49-F238E27FC236}">
                <a16:creationId xmlns:a16="http://schemas.microsoft.com/office/drawing/2014/main" id="{5A7172E7-1168-69D9-D755-CC735D3A9194}"/>
              </a:ext>
            </a:extLst>
          </p:cNvPr>
          <p:cNvSpPr>
            <a:spLocks xmlns:a="http://schemas.openxmlformats.org/drawingml/2006/main" noGrp="1"/>
          </p:cNvSpPr>
          <p:nvPr/>
        </p:nvSpPr>
        <p:spPr>
          <a:xfrm xmlns:a="http://schemas.openxmlformats.org/drawingml/2006/main">
            <a:off x="6555127" y="4637848"/>
            <a:ext cx="4986886" cy="28725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800" b="0" i="0" u="none" cap="none" spc="0">
                <a:ln>
                  <a:noFill/>
                </a:ln>
                <a:solidFill>
                  <a:srgbClr val="3357B8"/>
                </a:solidFill>
                <a:latin typeface="Helvetica Neue Medium"/>
                <a:ea typeface="Helvetica Neue Medium"/>
                <a:cs typeface="Helvetica Neue Medium"/>
              </a:rPr>
              <a:t>Topic title goes here</a:t>
            </a:r>
          </a:p>
        </p:txBody>
      </p:sp>
      <p:sp>
        <p:nvSpPr>
          <p:cNvPr id="16" name="Rounded Rectangle 15">
            <a:extLst xmlns:a="http://schemas.openxmlformats.org/drawingml/2006/main">
              <a:ext uri="{FF2B5EF4-FFF2-40B4-BE49-F238E27FC236}">
                <a16:creationId xmlns:a16="http://schemas.microsoft.com/office/drawing/2014/main" id="{B252D751-7B28-98E9-CF7E-0EB98657E0AF}"/>
              </a:ext>
            </a:extLst>
          </p:cNvPr>
          <p:cNvSpPr>
            <a:spLocks xmlns:a="http://schemas.openxmlformats.org/drawingml/2006/main" noGrp="1"/>
          </p:cNvSpPr>
          <p:nvPr/>
        </p:nvSpPr>
        <p:spPr>
          <a:xfrm xmlns:a="http://schemas.openxmlformats.org/drawingml/2006/main">
            <a:off x="6264412" y="391117"/>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7" name="Content Placeholder 10">
            <a:extLst xmlns:a="http://schemas.openxmlformats.org/drawingml/2006/main">
              <a:ext uri="{FF2B5EF4-FFF2-40B4-BE49-F238E27FC236}">
                <a16:creationId xmlns:a16="http://schemas.microsoft.com/office/drawing/2014/main" id="{07D94FB0-B75A-4229-2FD1-CA1FAAC57998}"/>
              </a:ext>
            </a:extLst>
          </p:cNvPr>
          <p:cNvSpPr>
            <a:spLocks xmlns:a="http://schemas.openxmlformats.org/drawingml/2006/main" noGrp="1"/>
          </p:cNvSpPr>
          <p:nvPr/>
        </p:nvSpPr>
        <p:spPr>
          <a:xfrm xmlns:a="http://schemas.openxmlformats.org/drawingml/2006/main">
            <a:off x="6558438" y="1104512"/>
            <a:ext cx="4986886" cy="59753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pPr>
            <a:r>
              <a:rPr sz="1600" b="0" i="0" u="none" cap="none" spc="0">
                <a:ln>
                  <a:noFill/>
                </a:ln>
                <a:latin typeface="Helvetica Neue"/>
                <a:ea typeface="Helvetica Neue"/>
                <a:cs typeface="Helvetica Neue"/>
              </a:rPr>
              <a:t>Lorem ipsum dolor sit </a:t>
            </a:r>
            <a:r>
              <a:rPr sz="1600" b="0" i="0" u="none" cap="none" spc="0">
                <a:ln>
                  <a:noFill/>
                </a:ln>
                <a:latin typeface="Helvetica Neue"/>
                <a:ea typeface="Helvetica Neue"/>
                <a:cs typeface="Helvetica Neue"/>
              </a:rPr>
              <a:t>amet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consectetur</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adipiscing</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elit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Pellentesque</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ultricies</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quam</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ut</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massa</a:t>
            </a:r>
            <a:r>
              <a:rPr sz="1600" b="0" i="0" u="none" cap="none" spc="0">
                <a:ln>
                  <a:noFill/>
                </a:ln>
                <a:latin typeface="Helvetica Neue"/>
                <a:ea typeface="Helvetica Neue"/>
                <a:cs typeface="Helvetica Neue"/>
              </a:rPr>
              <a:t> </a:t>
            </a:r>
            <a:r>
              <a:rPr sz="1600" b="0" i="0" u="none" cap="none" spc="0">
                <a:ln>
                  <a:noFill/>
                </a:ln>
                <a:latin typeface="Helvetica Neue"/>
                <a:ea typeface="Helvetica Neue"/>
                <a:cs typeface="Helvetica Neue"/>
              </a:rPr>
              <a:t>luctus</a:t>
            </a:r>
            <a:r>
              <a:rPr sz="1600" b="0" i="0" u="none" cap="none" spc="0">
                <a:ln>
                  <a:noFill/>
                </a:ln>
                <a:latin typeface="Helvetica Neue"/>
                <a:ea typeface="Helvetica Neue"/>
                <a:cs typeface="Helvetica Neue"/>
              </a:rPr>
              <a:t>. </a:t>
            </a:r>
          </a:p>
        </p:txBody>
      </p:sp>
      <p:sp>
        <p:nvSpPr>
          <p:cNvPr id="18" name="TextBox 17">
            <a:extLst xmlns:a="http://schemas.openxmlformats.org/drawingml/2006/main">
              <a:ext uri="{FF2B5EF4-FFF2-40B4-BE49-F238E27FC236}">
                <a16:creationId xmlns:a16="http://schemas.microsoft.com/office/drawing/2014/main" id="{20D1D081-A168-A031-F892-8E2476A4AF34}"/>
              </a:ext>
            </a:extLst>
          </p:cNvPr>
          <p:cNvSpPr>
            <a:spLocks xmlns:a="http://schemas.openxmlformats.org/drawingml/2006/main" noGrp="1"/>
          </p:cNvSpPr>
          <p:nvPr/>
        </p:nvSpPr>
        <p:spPr>
          <a:xfrm xmlns:a="http://schemas.openxmlformats.org/drawingml/2006/main">
            <a:off x="6555127" y="647429"/>
            <a:ext cx="4986886" cy="287258"/>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800" b="0" i="0" u="none" cap="none" spc="0">
                <a:ln>
                  <a:noFill/>
                </a:ln>
                <a:solidFill>
                  <a:srgbClr val="3357B8"/>
                </a:solidFill>
                <a:latin typeface="Helvetica Neue Medium"/>
                <a:ea typeface="Helvetica Neue Medium"/>
                <a:cs typeface="Helvetica Neue Medium"/>
              </a:rPr>
              <a:t>Topic title goes here</a:t>
            </a:r>
          </a:p>
        </p:txBody>
      </p:sp>
    </p:spTree>
    <p:extLst>
      <p:ext uri="{BB962C8B-B14F-4D97-AF65-F5344CB8AC3E}">
        <p14:creationId xmlns:p14="http://schemas.microsoft.com/office/powerpoint/2010/main" val="314597529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95E36811-4D7D-1AF4-2047-7797FCF55465}"/>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11</a:t>
            </a:fld>
            <a:endParaRPr/>
          </a:p>
        </p:txBody>
      </p:sp>
      <p:sp>
        <p:nvSpPr>
          <p:cNvPr id="533" name="Google Shape;533;p58">
            <a:extLst xmlns:a="http://schemas.openxmlformats.org/drawingml/2006/main">
              <a:ext uri="{FF2B5EF4-FFF2-40B4-BE49-F238E27FC236}">
                <a16:creationId xmlns:a16="http://schemas.microsoft.com/office/drawing/2014/main" id="{0619161C-354F-15D6-9579-085F52D7C5B2}"/>
              </a:ext>
            </a:extLst>
          </p:cNvPr>
          <p:cNvSpPr>
            <a:spLocks xmlns:a="http://schemas.openxmlformats.org/drawingml/2006/main" noGrp="1"/>
          </p:cNvSpPr>
          <p:nvPr>
            <p:ph type="title" idx="0"/>
          </p:nvPr>
        </p:nvSpPr>
        <p:spPr>
          <a:xfrm xmlns:a="http://schemas.openxmlformats.org/drawingml/2006/main">
            <a:off x="393700" y="344008"/>
            <a:ext cx="5549230" cy="6973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a:solidFill>
                  <a:schemeClr val="accent1"/>
                </a:solidFill>
              </a:rPr>
              <a:t>Chart with three cards</a:t>
            </a:r>
            <a:endParaRPr>
              <a:solidFill>
                <a:schemeClr val="accent1"/>
              </a:solidFill>
            </a:endParaRPr>
          </a:p>
        </p:txBody>
      </p:sp>
      <p:graphicFrame>
        <p:nvGraphicFramePr>
          <p:cNvPr id="537" name="Chart 3"/>
          <p:cNvGraphicFramePr/>
          <p:nvPr/>
        </p:nvGraphicFramePr>
        <p:xfrm>
          <a:off xmlns:a="http://schemas.openxmlformats.org/drawingml/2006/main" x="408690" y="1023105"/>
          <a:ext xmlns:a="http://schemas.openxmlformats.org/drawingml/2006/main" cx="5124182" cy="5225194"/>
        </p:xfrm>
        <a:graphic xmlns:a="http://schemas.openxmlformats.org/drawingml/2006/main">
          <a:graphicData uri="http://schemas.openxmlformats.org/drawingml/2006/chart">
            <c:chart xmlns:r="http://schemas.openxmlformats.org/officeDocument/2006/relationships" xmlns:c="http://schemas.openxmlformats.org/drawingml/2006/chart" r:id="Rd6c0eb39eb804d32"/>
          </a:graphicData>
        </a:graphic>
      </p:graphicFrame>
      <p:sp>
        <p:nvSpPr>
          <p:cNvPr id="5" name="Footer Placeholder 4">
            <a:extLst xmlns:a="http://schemas.openxmlformats.org/drawingml/2006/main">
              <a:ext uri="{FF2B5EF4-FFF2-40B4-BE49-F238E27FC236}">
                <a16:creationId xmlns:a16="http://schemas.microsoft.com/office/drawing/2014/main" id="{28BED08C-D3A0-E23F-F823-E34BEC6E526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2" name="Rounded Rectangle 1">
            <a:extLst xmlns:a="http://schemas.openxmlformats.org/drawingml/2006/main">
              <a:ext uri="{FF2B5EF4-FFF2-40B4-BE49-F238E27FC236}">
                <a16:creationId xmlns:a16="http://schemas.microsoft.com/office/drawing/2014/main" id="{C1DC18F5-97D1-0F9E-AF97-E39D1D597D57}"/>
              </a:ext>
            </a:extLst>
          </p:cNvPr>
          <p:cNvSpPr>
            <a:spLocks xmlns:a="http://schemas.openxmlformats.org/drawingml/2006/main" noGrp="1"/>
          </p:cNvSpPr>
          <p:nvPr/>
        </p:nvSpPr>
        <p:spPr>
          <a:xfrm xmlns:a="http://schemas.openxmlformats.org/drawingml/2006/main">
            <a:off x="6271986" y="2032000"/>
            <a:ext cx="2581975" cy="2656541"/>
          </a:xfrm>
          <a:prstGeom xmlns:a="http://schemas.openxmlformats.org/drawingml/2006/main" prst="roundRect">
            <a:avLst>
              <a:gd name="adj" fmla="val 3602"/>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3" name="Content Placeholder 9">
            <a:extLst xmlns:a="http://schemas.openxmlformats.org/drawingml/2006/main">
              <a:ext uri="{FF2B5EF4-FFF2-40B4-BE49-F238E27FC236}">
                <a16:creationId xmlns:a16="http://schemas.microsoft.com/office/drawing/2014/main" id="{90C522A2-2174-5AFA-9A00-7E4BBCEB22B0}"/>
              </a:ext>
            </a:extLst>
          </p:cNvPr>
          <p:cNvSpPr>
            <a:spLocks xmlns:a="http://schemas.openxmlformats.org/drawingml/2006/main" noGrp="1"/>
          </p:cNvSpPr>
          <p:nvPr/>
        </p:nvSpPr>
        <p:spPr>
          <a:xfrm xmlns:a="http://schemas.openxmlformats.org/drawingml/2006/main">
            <a:off x="6494348" y="2356820"/>
            <a:ext cx="2133315" cy="90375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6200" u="none" cap="none" spc="0">
                <a:ln>
                  <a:noFill/>
                </a:ln>
                <a:solidFill>
                  <a:schemeClr val="accent1"/>
                </a:solidFill>
                <a:latin typeface="Roboto Medium"/>
                <a:ea typeface="Roboto Medium"/>
                <a:cs typeface="Roboto Medium"/>
              </a:rPr>
              <a:t>12%</a:t>
            </a:r>
            <a:endParaRPr sz="6200">
              <a:solidFill>
                <a:schemeClr val="accent1"/>
              </a:solidFill>
              <a:latin typeface="Roboto Medium"/>
              <a:ea typeface="Roboto Medium"/>
              <a:cs typeface="Roboto Medium"/>
            </a:endParaRPr>
          </a:p>
        </p:txBody>
      </p:sp>
      <p:sp>
        <p:nvSpPr>
          <p:cNvPr id="7" name="Content Placeholder 15">
            <a:extLst xmlns:a="http://schemas.openxmlformats.org/drawingml/2006/main">
              <a:ext uri="{FF2B5EF4-FFF2-40B4-BE49-F238E27FC236}">
                <a16:creationId xmlns:a16="http://schemas.microsoft.com/office/drawing/2014/main" id="{3859261F-DEEB-D3E4-08EA-A3B8D1EB0F8B}"/>
              </a:ext>
            </a:extLst>
          </p:cNvPr>
          <p:cNvSpPr>
            <a:spLocks xmlns:a="http://schemas.openxmlformats.org/drawingml/2006/main" noGrp="1"/>
          </p:cNvSpPr>
          <p:nvPr/>
        </p:nvSpPr>
        <p:spPr>
          <a:xfrm xmlns:a="http://schemas.openxmlformats.org/drawingml/2006/main">
            <a:off x="6560966" y="3529296"/>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t>Lorem ipsum dolor </a:t>
            </a:r>
            <a:br/>
            <a:r>
              <a:rPr sz="1600"/>
              <a:t>sit </a:t>
            </a:r>
            <a:r>
              <a:rPr sz="1600"/>
              <a:t>amet</a:t>
            </a:r>
            <a:r>
              <a:rPr sz="1600"/>
              <a:t>, </a:t>
            </a:r>
            <a:r>
              <a:rPr sz="1600"/>
              <a:t>consectetur</a:t>
            </a:r>
            <a:endParaRPr sz="1600"/>
          </a:p>
        </p:txBody>
      </p:sp>
      <p:sp>
        <p:nvSpPr>
          <p:cNvPr id="8" name="Rounded Rectangle 7">
            <a:extLst xmlns:a="http://schemas.openxmlformats.org/drawingml/2006/main">
              <a:ext uri="{FF2B5EF4-FFF2-40B4-BE49-F238E27FC236}">
                <a16:creationId xmlns:a16="http://schemas.microsoft.com/office/drawing/2014/main" id="{46A67EF5-6C28-37C0-A44F-C89DA6A63CE8}"/>
              </a:ext>
            </a:extLst>
          </p:cNvPr>
          <p:cNvSpPr>
            <a:spLocks xmlns:a="http://schemas.openxmlformats.org/drawingml/2006/main" noGrp="1"/>
          </p:cNvSpPr>
          <p:nvPr/>
        </p:nvSpPr>
        <p:spPr>
          <a:xfrm xmlns:a="http://schemas.openxmlformats.org/drawingml/2006/main">
            <a:off x="9224191" y="2032000"/>
            <a:ext cx="2581975" cy="2656541"/>
          </a:xfrm>
          <a:prstGeom xmlns:a="http://schemas.openxmlformats.org/drawingml/2006/main" prst="roundRect">
            <a:avLst>
              <a:gd name="adj" fmla="val 3602"/>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9" name="Content Placeholder 9">
            <a:extLst xmlns:a="http://schemas.openxmlformats.org/drawingml/2006/main">
              <a:ext uri="{FF2B5EF4-FFF2-40B4-BE49-F238E27FC236}">
                <a16:creationId xmlns:a16="http://schemas.microsoft.com/office/drawing/2014/main" id="{C1178A3C-CA3E-3A18-E320-61DF2ABD5D3C}"/>
              </a:ext>
            </a:extLst>
          </p:cNvPr>
          <p:cNvSpPr>
            <a:spLocks xmlns:a="http://schemas.openxmlformats.org/drawingml/2006/main" noGrp="1"/>
          </p:cNvSpPr>
          <p:nvPr/>
        </p:nvSpPr>
        <p:spPr>
          <a:xfrm xmlns:a="http://schemas.openxmlformats.org/drawingml/2006/main">
            <a:off x="9446553" y="2356820"/>
            <a:ext cx="2133315" cy="90375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6200" u="none" cap="none" spc="0">
                <a:ln>
                  <a:noFill/>
                </a:ln>
                <a:solidFill>
                  <a:schemeClr val="accent1"/>
                </a:solidFill>
                <a:latin typeface="Roboto Medium"/>
                <a:ea typeface="Roboto Medium"/>
                <a:cs typeface="Roboto Medium"/>
              </a:rPr>
              <a:t>12%</a:t>
            </a:r>
            <a:endParaRPr sz="6200">
              <a:solidFill>
                <a:schemeClr val="accent1"/>
              </a:solidFill>
              <a:latin typeface="Roboto Medium"/>
              <a:ea typeface="Roboto Medium"/>
              <a:cs typeface="Roboto Medium"/>
            </a:endParaRPr>
          </a:p>
        </p:txBody>
      </p:sp>
      <p:sp>
        <p:nvSpPr>
          <p:cNvPr id="10" name="Content Placeholder 15">
            <a:extLst xmlns:a="http://schemas.openxmlformats.org/drawingml/2006/main">
              <a:ext uri="{FF2B5EF4-FFF2-40B4-BE49-F238E27FC236}">
                <a16:creationId xmlns:a16="http://schemas.microsoft.com/office/drawing/2014/main" id="{9A0C1C6C-0D79-048C-2E65-5A332ED31144}"/>
              </a:ext>
            </a:extLst>
          </p:cNvPr>
          <p:cNvSpPr>
            <a:spLocks xmlns:a="http://schemas.openxmlformats.org/drawingml/2006/main" noGrp="1"/>
          </p:cNvSpPr>
          <p:nvPr/>
        </p:nvSpPr>
        <p:spPr>
          <a:xfrm xmlns:a="http://schemas.openxmlformats.org/drawingml/2006/main">
            <a:off x="9513171" y="3529296"/>
            <a:ext cx="2066698" cy="6159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t>Lorem ipsum dolor </a:t>
            </a:r>
            <a:br/>
            <a:r>
              <a:rPr sz="1600"/>
              <a:t>sit </a:t>
            </a:r>
            <a:r>
              <a:rPr sz="1600"/>
              <a:t>amet</a:t>
            </a:r>
            <a:r>
              <a:rPr sz="1600"/>
              <a:t>, </a:t>
            </a:r>
            <a:r>
              <a:rPr sz="1600"/>
              <a:t>consectetur</a:t>
            </a:r>
            <a:endParaRPr sz="1600"/>
          </a:p>
        </p:txBody>
      </p:sp>
      <p:sp>
        <p:nvSpPr>
          <p:cNvPr id="19" name="Content Placeholder 2">
            <a:extLst xmlns:a="http://schemas.openxmlformats.org/drawingml/2006/main">
              <a:ext uri="{FF2B5EF4-FFF2-40B4-BE49-F238E27FC236}">
                <a16:creationId xmlns:a16="http://schemas.microsoft.com/office/drawing/2014/main" id="{A1ADE962-9ED7-3644-FA2A-7A64E19E9545}"/>
              </a:ext>
            </a:extLst>
          </p:cNvPr>
          <p:cNvSpPr>
            <a:spLocks xmlns:a="http://schemas.openxmlformats.org/drawingml/2006/main" noGrp="1"/>
          </p:cNvSpPr>
          <p:nvPr/>
        </p:nvSpPr>
        <p:spPr>
          <a:xfrm xmlns:a="http://schemas.openxmlformats.org/drawingml/2006/main">
            <a:off x="6258427" y="4971337"/>
            <a:ext cx="5539873" cy="990600"/>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t>Lorem ipsum dolor sit </a:t>
            </a:r>
            <a:r>
              <a:rPr sz="1600"/>
              <a:t>amet</a:t>
            </a:r>
            <a:r>
              <a:rPr sz="1600"/>
              <a:t>, </a:t>
            </a:r>
            <a:r>
              <a:rPr sz="1600"/>
              <a:t>consectetur</a:t>
            </a:r>
            <a:r>
              <a:rPr sz="1600"/>
              <a:t> </a:t>
            </a:r>
            <a:r>
              <a:rPr sz="1600"/>
              <a:t>adipiscing</a:t>
            </a:r>
            <a:r>
              <a:rPr sz="1600"/>
              <a:t> </a:t>
            </a:r>
            <a:r>
              <a:rPr sz="1600"/>
              <a:t>elit</a:t>
            </a:r>
            <a:r>
              <a:rPr sz="1600"/>
              <a:t>. </a:t>
            </a:r>
            <a:r>
              <a:rPr sz="1600"/>
              <a:t>Pellentesque</a:t>
            </a:r>
            <a:r>
              <a:rPr sz="1600"/>
              <a:t> </a:t>
            </a:r>
            <a:r>
              <a:rPr sz="1600"/>
              <a:t>ultricies</a:t>
            </a:r>
            <a:r>
              <a:rPr sz="1600"/>
              <a:t> </a:t>
            </a:r>
            <a:r>
              <a:rPr sz="1600"/>
              <a:t>quam</a:t>
            </a:r>
            <a:r>
              <a:rPr sz="1600"/>
              <a:t> </a:t>
            </a:r>
            <a:r>
              <a:rPr sz="1600"/>
              <a:t>ut</a:t>
            </a:r>
            <a:r>
              <a:rPr sz="1600"/>
              <a:t> </a:t>
            </a:r>
            <a:r>
              <a:rPr sz="1600"/>
              <a:t>massa</a:t>
            </a:r>
            <a:r>
              <a:rPr sz="1600"/>
              <a:t> </a:t>
            </a:r>
            <a:r>
              <a:rPr sz="1600"/>
              <a:t>luctus</a:t>
            </a:r>
            <a:r>
              <a:rPr sz="1600"/>
              <a:t> cursus. </a:t>
            </a:r>
            <a:r>
              <a:rPr sz="1600"/>
              <a:t>Nullam</a:t>
            </a:r>
            <a:r>
              <a:rPr sz="1600"/>
              <a:t> pharetra </a:t>
            </a:r>
            <a:r>
              <a:rPr sz="1600"/>
              <a:t>mauris</a:t>
            </a:r>
            <a:r>
              <a:rPr sz="1600"/>
              <a:t> </a:t>
            </a:r>
            <a:r>
              <a:rPr sz="1600"/>
              <a:t>tortor</a:t>
            </a:r>
            <a:r>
              <a:rPr sz="1600"/>
              <a:t>. In hac </a:t>
            </a:r>
            <a:r>
              <a:rPr sz="1600"/>
              <a:t>habitasse</a:t>
            </a:r>
            <a:r>
              <a:rPr sz="1600"/>
              <a:t> </a:t>
            </a:r>
            <a:r>
              <a:rPr sz="1600"/>
              <a:t>platea</a:t>
            </a:r>
            <a:r>
              <a:rPr sz="1600"/>
              <a:t>. </a:t>
            </a:r>
          </a:p>
        </p:txBody>
      </p:sp>
    </p:spTree>
    <p:extLst>
      <p:ext uri="{BB962C8B-B14F-4D97-AF65-F5344CB8AC3E}">
        <p14:creationId xmlns:p14="http://schemas.microsoft.com/office/powerpoint/2010/main" val="39938313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6" name="Content Placeholder 15">
            <a:extLst xmlns:a="http://schemas.openxmlformats.org/drawingml/2006/main">
              <a:ext uri="{FF2B5EF4-FFF2-40B4-BE49-F238E27FC236}">
                <a16:creationId xmlns:a16="http://schemas.microsoft.com/office/drawing/2014/main" id="{0BCC789E-87DC-C416-5298-C7F6E26A9533}"/>
              </a:ext>
            </a:extLst>
          </p:cNvPr>
          <p:cNvSpPr>
            <a:spLocks xmlns:a="http://schemas.openxmlformats.org/drawingml/2006/main" noGrp="1"/>
          </p:cNvSpPr>
          <p:nvPr>
            <p:ph idx="1"/>
          </p:nvPr>
        </p:nvSpPr>
        <p:spPr>
          <a:xfrm xmlns:a="http://schemas.openxmlformats.org/drawingml/2006/main">
            <a:off x="393700" y="3822700"/>
            <a:ext cx="2595934" cy="1168400"/>
          </a:xfrm>
        </p:spPr>
        <p:txBody>
          <a:bodyPr xmlns:a="http://schemas.openxmlformats.org/drawingml/2006/main">
            <a:noAutofit/>
          </a:bodyPr>
          <a:lstStyle xmlns:a="http://schemas.openxmlformats.org/drawingml/2006/main"/>
          <a:p xmlns:a="http://schemas.openxmlformats.org/drawingml/2006/main">
            <a:pPr marL="0" indent="0">
              <a:lnSpc>
                <a:spcPct val="114000"/>
              </a:lnSpc>
              <a:spcBef>
                <a:spcPts val="0"/>
              </a:spcBef>
              <a:spcAft>
                <a:spcPts val="800"/>
              </a:spcAft>
              <a:buNone/>
            </a:pPr>
            <a:r>
              <a:rPr>
                <a:solidFill>
                  <a:schemeClr val="accent1"/>
                </a:solidFill>
                <a:latin typeface="Roboto Medium"/>
                <a:ea typeface="Roboto Medium"/>
                <a:cs typeface="Roboto Medium"/>
              </a:rPr>
              <a:t>Title here</a:t>
            </a:r>
          </a:p>
          <a:p xmlns:a="http://schemas.openxmlformats.org/drawingml/2006/main">
            <a:pPr marL="0" indent="0">
              <a:lnSpc>
                <a:spcPct val="114000"/>
              </a:lnSpc>
              <a:spcBef>
                <a:spcPts val="0"/>
              </a:spcBef>
              <a:spcAft>
                <a:spcPts val="800"/>
              </a:spcAft>
              <a:buNone/>
            </a:pPr>
            <a:r>
              <a:t>Lorem ipsum dolor sit </a:t>
            </a:r>
            <a:r>
              <a:t>amet</a:t>
            </a:r>
            <a:r>
              <a:t>, </a:t>
            </a:r>
            <a:r>
              <a:t>consectetur</a:t>
            </a:r>
            <a:r>
              <a:t> </a:t>
            </a:r>
            <a:r>
              <a:t>adipiscing</a:t>
            </a:r>
            <a:r>
              <a:t> </a:t>
            </a:r>
            <a:r>
              <a:t>elit</a:t>
            </a:r>
            <a:r>
              <a:t>. </a:t>
            </a:r>
            <a:r>
              <a:t>Pellentesque</a:t>
            </a:r>
            <a:r>
              <a:t> </a:t>
            </a:r>
            <a:r>
              <a:t>ultricies</a:t>
            </a:r>
            <a:r>
              <a:t> </a:t>
            </a:r>
            <a:r>
              <a:t>quam</a:t>
            </a:r>
            <a:r>
              <a:t>.</a:t>
            </a: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574A810-7A8E-054F-9F6B-09E9C694ECF9}" type="slidenum">
              <a:t>12</a:t>
            </a:fld>
            <a:endParaRPr sz="1100"/>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7846838" cy="1034893"/>
          </a:xfrm>
        </p:spPr>
        <p:txBody>
          <a:bodyPr xmlns:a="http://schemas.openxmlformats.org/drawingml/2006/main"/>
          <a:lstStyle xmlns:a="http://schemas.openxmlformats.org/drawingml/2006/main"/>
          <a:p xmlns:a="http://schemas.openxmlformats.org/drawingml/2006/main">
            <a:r>
              <a:rPr>
                <a:solidFill>
                  <a:schemeClr val="accent1"/>
                </a:solidFill>
              </a:rPr>
              <a:t>Timeline with three text only milestones</a:t>
            </a:r>
          </a:p>
        </p:txBody>
      </p:sp>
      <p:sp>
        <p:nvSpPr>
          <p:cNvPr id="17" name="Text Placeholder 16">
            <a:extLst xmlns:a="http://schemas.openxmlformats.org/drawingml/2006/main">
              <a:ext uri="{FF2B5EF4-FFF2-40B4-BE49-F238E27FC236}">
                <a16:creationId xmlns:a16="http://schemas.microsoft.com/office/drawing/2014/main" id="{986AEEE5-7F7B-65AD-1D88-9157CF0514D8}"/>
              </a:ext>
            </a:extLst>
          </p:cNvPr>
          <p:cNvSpPr>
            <a:spLocks xmlns:a="http://schemas.openxmlformats.org/drawingml/2006/main" noGrp="1"/>
          </p:cNvSpPr>
          <p:nvPr>
            <p:ph type="body" idx="12"/>
          </p:nvPr>
        </p:nvSpPr>
        <p:spPr>
          <a:xfrm xmlns:a="http://schemas.openxmlformats.org/drawingml/2006/main">
            <a:off x="4317119" y="3822700"/>
            <a:ext cx="2595934" cy="1168400"/>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sz="1600">
                <a:solidFill>
                  <a:schemeClr val="accent1"/>
                </a:solidFill>
                <a:latin typeface="Roboto Medium"/>
                <a:ea typeface="Roboto Medium"/>
                <a:cs typeface="Roboto Medium"/>
              </a:rPr>
              <a:t>Title here</a:t>
            </a:r>
          </a:p>
          <a:p xmlns:a="http://schemas.openxmlformats.org/drawingml/2006/main">
            <a:pPr marL="0" marR="0" lvl="0" indent="0" algn="l" defTabSz="914400">
              <a:lnSpc>
                <a:spcPct val="114000"/>
              </a:lnSpc>
              <a:spcBef>
                <a:spcPts val="0"/>
              </a:spcBef>
              <a:spcAft>
                <a:spcPts val="800"/>
              </a:spcAft>
              <a:buClrTx/>
              <a:buSzTx/>
              <a:buFont typeface="Arial"/>
              <a:buNone/>
            </a:pPr>
            <a:r>
              <a:rPr sz="1600" b="0" i="0" u="none" cap="none" spc="0">
                <a:ln>
                  <a:noFill/>
                </a:ln>
                <a:solidFill>
                  <a:prstClr val="black"/>
                </a:solidFill>
              </a:rPr>
              <a:t>Lorem ipsum dolor sit </a:t>
            </a:r>
            <a:r>
              <a:rPr sz="1600" b="0" i="0" u="none" cap="none" spc="0">
                <a:ln>
                  <a:noFill/>
                </a:ln>
                <a:solidFill>
                  <a:prstClr val="black"/>
                </a:solidFill>
              </a:rPr>
              <a:t>amet</a:t>
            </a:r>
            <a:r>
              <a:rPr sz="1600" b="0" i="0" u="none" cap="none" spc="0">
                <a:ln>
                  <a:noFill/>
                </a:ln>
                <a:solidFill>
                  <a:prstClr val="black"/>
                </a:solidFill>
              </a:rPr>
              <a:t>, </a:t>
            </a:r>
            <a:r>
              <a:rPr sz="1600" b="0" i="0" u="none" cap="none" spc="0">
                <a:ln>
                  <a:noFill/>
                </a:ln>
                <a:solidFill>
                  <a:prstClr val="black"/>
                </a:solidFill>
              </a:rPr>
              <a:t>consectetur</a:t>
            </a:r>
            <a:r>
              <a:rPr sz="1600" b="0" i="0" u="none" cap="none" spc="0">
                <a:ln>
                  <a:noFill/>
                </a:ln>
                <a:solidFill>
                  <a:prstClr val="black"/>
                </a:solidFill>
              </a:rPr>
              <a:t> </a:t>
            </a:r>
            <a:r>
              <a:rPr sz="1600" b="0" i="0" u="none" cap="none" spc="0">
                <a:ln>
                  <a:noFill/>
                </a:ln>
                <a:solidFill>
                  <a:prstClr val="black"/>
                </a:solidFill>
              </a:rPr>
              <a:t>adipiscing</a:t>
            </a:r>
            <a:r>
              <a:rPr sz="1600" b="0" i="0" u="none" cap="none" spc="0">
                <a:ln>
                  <a:noFill/>
                </a:ln>
                <a:solidFill>
                  <a:prstClr val="black"/>
                </a:solidFill>
              </a:rPr>
              <a:t> </a:t>
            </a:r>
            <a:r>
              <a:rPr sz="1600" b="0" i="0" u="none" cap="none" spc="0">
                <a:ln>
                  <a:noFill/>
                </a:ln>
                <a:solidFill>
                  <a:prstClr val="black"/>
                </a:solidFill>
              </a:rPr>
              <a:t>elit</a:t>
            </a:r>
            <a:r>
              <a:rPr sz="1600" b="0" i="0" u="none" cap="none" spc="0">
                <a:ln>
                  <a:noFill/>
                </a:ln>
                <a:solidFill>
                  <a:prstClr val="black"/>
                </a:solidFill>
              </a:rPr>
              <a:t>. </a:t>
            </a:r>
            <a:r>
              <a:rPr sz="1600" b="0" i="0" u="none" cap="none" spc="0">
                <a:ln>
                  <a:noFill/>
                </a:ln>
                <a:solidFill>
                  <a:prstClr val="black"/>
                </a:solidFill>
              </a:rPr>
              <a:t>Pellentesque</a:t>
            </a:r>
            <a:r>
              <a:rPr sz="1600" b="0" i="0" u="none" cap="none" spc="0">
                <a:ln>
                  <a:noFill/>
                </a:ln>
                <a:solidFill>
                  <a:prstClr val="black"/>
                </a:solidFill>
              </a:rPr>
              <a:t> </a:t>
            </a:r>
            <a:r>
              <a:rPr sz="1600" b="0" i="0" u="none" cap="none" spc="0">
                <a:ln>
                  <a:noFill/>
                </a:ln>
                <a:solidFill>
                  <a:prstClr val="black"/>
                </a:solidFill>
              </a:rPr>
              <a:t>ultricies</a:t>
            </a:r>
            <a:r>
              <a:rPr sz="1600" b="0" i="0" u="none" cap="none" spc="0">
                <a:ln>
                  <a:noFill/>
                </a:ln>
                <a:solidFill>
                  <a:prstClr val="black"/>
                </a:solidFill>
              </a:rPr>
              <a:t> </a:t>
            </a:r>
            <a:r>
              <a:rPr sz="1600" b="0" i="0" u="none" cap="none" spc="0">
                <a:ln>
                  <a:noFill/>
                </a:ln>
                <a:solidFill>
                  <a:prstClr val="black"/>
                </a:solidFill>
              </a:rPr>
              <a:t>quam</a:t>
            </a:r>
            <a:r>
              <a:rPr sz="1600" b="0" i="0" u="none" cap="none" spc="0">
                <a:ln>
                  <a:noFill/>
                </a:ln>
                <a:solidFill>
                  <a:prstClr val="black"/>
                </a:solidFill>
              </a:rPr>
              <a:t>.</a:t>
            </a:r>
          </a:p>
        </p:txBody>
      </p:sp>
      <p:sp>
        <p:nvSpPr>
          <p:cNvPr id="18" name="Content Placeholder 17">
            <a:extLst xmlns:a="http://schemas.openxmlformats.org/drawingml/2006/main">
              <a:ext uri="{FF2B5EF4-FFF2-40B4-BE49-F238E27FC236}">
                <a16:creationId xmlns:a16="http://schemas.microsoft.com/office/drawing/2014/main" id="{B32A8A18-E9FA-02B4-6667-53C019EC43C0}"/>
              </a:ext>
            </a:extLst>
          </p:cNvPr>
          <p:cNvSpPr>
            <a:spLocks xmlns:a="http://schemas.openxmlformats.org/drawingml/2006/main" noGrp="1"/>
          </p:cNvSpPr>
          <p:nvPr>
            <p:ph idx="13"/>
          </p:nvPr>
        </p:nvSpPr>
        <p:spPr>
          <a:xfrm xmlns:a="http://schemas.openxmlformats.org/drawingml/2006/main">
            <a:off x="8240538" y="3822700"/>
            <a:ext cx="2595934" cy="1168400"/>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a:solidFill>
                  <a:schemeClr val="accent1"/>
                </a:solidFill>
                <a:latin typeface="Roboto Medium"/>
                <a:ea typeface="Roboto Medium"/>
                <a:cs typeface="Roboto Medium"/>
              </a:rPr>
              <a:t>Title here</a:t>
            </a:r>
          </a:p>
          <a:p xmlns:a="http://schemas.openxmlformats.org/drawingml/2006/main">
            <a:pPr marL="0" marR="0" lvl="0" indent="0" algn="l" defTabSz="914400">
              <a:lnSpc>
                <a:spcPct val="114000"/>
              </a:lnSpc>
              <a:spcBef>
                <a:spcPts val="0"/>
              </a:spcBef>
              <a:spcAft>
                <a:spcPts val="800"/>
              </a:spcAft>
              <a:buClrTx/>
              <a:buSzTx/>
              <a:buFont typeface="Arial"/>
              <a:buNone/>
            </a:pPr>
            <a:r>
              <a:rPr b="0" i="0" u="none" cap="none" spc="0">
                <a:ln>
                  <a:noFill/>
                </a:ln>
                <a:solidFill>
                  <a:prstClr val="black"/>
                </a:solidFill>
              </a:rPr>
              <a:t>Lorem ipsum dolor sit </a:t>
            </a:r>
            <a:r>
              <a:rPr b="0" i="0" u="none" cap="none" spc="0">
                <a:ln>
                  <a:noFill/>
                </a:ln>
                <a:solidFill>
                  <a:prstClr val="black"/>
                </a:solidFill>
              </a:rPr>
              <a:t>amet</a:t>
            </a:r>
            <a:r>
              <a:rPr b="0" i="0" u="none" cap="none" spc="0">
                <a:ln>
                  <a:noFill/>
                </a:ln>
                <a:solidFill>
                  <a:prstClr val="black"/>
                </a:solidFill>
              </a:rPr>
              <a:t>, </a:t>
            </a:r>
            <a:r>
              <a:rPr b="0" i="0" u="none" cap="none" spc="0">
                <a:ln>
                  <a:noFill/>
                </a:ln>
                <a:solidFill>
                  <a:prstClr val="black"/>
                </a:solidFill>
              </a:rPr>
              <a:t>consectetur</a:t>
            </a:r>
            <a:r>
              <a:rPr b="0" i="0" u="none" cap="none" spc="0">
                <a:ln>
                  <a:noFill/>
                </a:ln>
                <a:solidFill>
                  <a:prstClr val="black"/>
                </a:solidFill>
              </a:rPr>
              <a:t> </a:t>
            </a:r>
            <a:r>
              <a:rPr b="0" i="0" u="none" cap="none" spc="0">
                <a:ln>
                  <a:noFill/>
                </a:ln>
                <a:solidFill>
                  <a:prstClr val="black"/>
                </a:solidFill>
              </a:rPr>
              <a:t>adipiscing</a:t>
            </a:r>
            <a:r>
              <a:rPr b="0" i="0" u="none" cap="none" spc="0">
                <a:ln>
                  <a:noFill/>
                </a:ln>
                <a:solidFill>
                  <a:prstClr val="black"/>
                </a:solidFill>
              </a:rPr>
              <a:t> </a:t>
            </a:r>
            <a:r>
              <a:rPr b="0" i="0" u="none" cap="none" spc="0">
                <a:ln>
                  <a:noFill/>
                </a:ln>
                <a:solidFill>
                  <a:prstClr val="black"/>
                </a:solidFill>
              </a:rPr>
              <a:t>elit</a:t>
            </a:r>
            <a:r>
              <a:rPr b="0" i="0" u="none" cap="none" spc="0">
                <a:ln>
                  <a:noFill/>
                </a:ln>
                <a:solidFill>
                  <a:prstClr val="black"/>
                </a:solidFill>
              </a:rPr>
              <a:t>. </a:t>
            </a:r>
            <a:r>
              <a:rPr b="0" i="0" u="none" cap="none" spc="0">
                <a:ln>
                  <a:noFill/>
                </a:ln>
                <a:solidFill>
                  <a:prstClr val="black"/>
                </a:solidFill>
              </a:rPr>
              <a:t>Pellentesque</a:t>
            </a:r>
            <a:r>
              <a:rPr b="0" i="0" u="none" cap="none" spc="0">
                <a:ln>
                  <a:noFill/>
                </a:ln>
                <a:solidFill>
                  <a:prstClr val="black"/>
                </a:solidFill>
              </a:rPr>
              <a:t> </a:t>
            </a:r>
            <a:r>
              <a:rPr b="0" i="0" u="none" cap="none" spc="0">
                <a:ln>
                  <a:noFill/>
                </a:ln>
                <a:solidFill>
                  <a:prstClr val="black"/>
                </a:solidFill>
              </a:rPr>
              <a:t>ultricies</a:t>
            </a:r>
            <a:r>
              <a:rPr b="0" i="0" u="none" cap="none" spc="0">
                <a:ln>
                  <a:noFill/>
                </a:ln>
                <a:solidFill>
                  <a:prstClr val="black"/>
                </a:solidFill>
              </a:rPr>
              <a:t> </a:t>
            </a:r>
            <a:r>
              <a:rPr b="0" i="0" u="none" cap="none" spc="0">
                <a:ln>
                  <a:noFill/>
                </a:ln>
                <a:solidFill>
                  <a:prstClr val="black"/>
                </a:solidFill>
              </a:rPr>
              <a:t>quam</a:t>
            </a:r>
            <a:r>
              <a:rPr b="0" i="0" u="none" cap="none" spc="0">
                <a:ln>
                  <a:noFill/>
                </a:ln>
                <a:solidFill>
                  <a:prstClr val="black"/>
                </a:solidFill>
              </a:rPr>
              <a:t>.</a:t>
            </a:r>
          </a:p>
        </p:txBody>
      </p:sp>
      <p:cxnSp>
        <p:nvCxnSpPr>
          <p:cNvPr id="24"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9525" cap="flat">
            <a:solidFill>
              <a:schemeClr val="accent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chemeClr val="accent1"/>
                </a:solidFill>
                <a:latin typeface="Roboto SemiBold"/>
                <a:ea typeface="Roboto SemiBold"/>
                <a:cs typeface="Roboto SemiBold"/>
              </a:rPr>
              <a:t>Date</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chemeClr val="accent1"/>
                </a:solidFill>
                <a:latin typeface="Roboto SemiBold"/>
                <a:ea typeface="Roboto SemiBold"/>
                <a:cs typeface="Roboto SemiBold"/>
              </a:rPr>
              <a:t>Date</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chemeClr val="accent1"/>
                </a:solidFill>
                <a:latin typeface="Roboto SemiBold"/>
                <a:ea typeface="Roboto SemiBold"/>
                <a:cs typeface="Roboto SemiBold"/>
              </a:rPr>
              <a:t>Date</a:t>
            </a:r>
          </a:p>
        </p:txBody>
      </p:sp>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344633891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9EE8A1CA-4617-FF10-E8D0-B582B7F48A83}"/>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13</a:t>
            </a:fld>
            <a:endParaRPr/>
          </a:p>
        </p:txBody>
      </p:sp>
      <p:sp>
        <p:nvSpPr>
          <p:cNvPr id="533" name="Google Shape;533;p58">
            <a:extLst xmlns:a="http://schemas.openxmlformats.org/drawingml/2006/main">
              <a:ext uri="{FF2B5EF4-FFF2-40B4-BE49-F238E27FC236}">
                <a16:creationId xmlns:a16="http://schemas.microsoft.com/office/drawing/2014/main" id="{68499D35-F61B-DF1C-10A6-EA04E8D00662}"/>
              </a:ext>
            </a:extLst>
          </p:cNvPr>
          <p:cNvSpPr>
            <a:spLocks xmlns:a="http://schemas.openxmlformats.org/drawingml/2006/main" noGrp="1"/>
          </p:cNvSpPr>
          <p:nvPr>
            <p:ph type="title" idx="0"/>
          </p:nvPr>
        </p:nvSpPr>
        <p:spPr>
          <a:xfrm xmlns:a="http://schemas.openxmlformats.org/drawingml/2006/main">
            <a:off x="393700" y="344009"/>
            <a:ext cx="11404600" cy="69739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a:solidFill>
                  <a:schemeClr val="accent1"/>
                </a:solidFill>
              </a:rPr>
              <a:t>Gantt chart over time</a:t>
            </a:r>
            <a:endParaRPr>
              <a:solidFill>
                <a:schemeClr val="accent1"/>
              </a:solidFill>
            </a:endParaRPr>
          </a:p>
        </p:txBody>
      </p:sp>
      <p:graphicFrame>
        <p:nvGraphicFramePr>
          <p:cNvPr id="537" name="Google Shape;953;p80"/>
          <p:cNvGraphicFramePr/>
          <p:nvPr/>
        </p:nvGraphicFramePr>
        <p:xfrm>
          <a:off xmlns:a="http://schemas.openxmlformats.org/drawingml/2006/main" x="393699" y="1379875"/>
          <a:ext xmlns:a="http://schemas.openxmlformats.org/drawingml/2006/main" cx="11404600" cy="4614525"/>
        </p:xfrm>
        <a:graphic xmlns:a="http://schemas.openxmlformats.org/drawingml/2006/main">
          <a:graphicData uri="http://schemas.openxmlformats.org/drawingml/2006/table">
            <a:tbl>
              <a:tblPr/>
              <a:tblGrid>
                <a:gridCol w="2280920"/>
                <a:gridCol w="2280920"/>
                <a:gridCol w="2280920"/>
                <a:gridCol w="2280920"/>
                <a:gridCol w="2280920"/>
              </a:tblGrid>
              <a:tr h="4614525">
                <a:tc>
                  <a:txBody>
                    <a:bodyPr/>
                    <a:lstStyle/>
                    <a:p>
                      <a:pPr marL="0" lvl="0" indent="0" algn="l">
                        <a:spcBef>
                          <a:spcPts val="0"/>
                        </a:spcBef>
                        <a:spcAft>
                          <a:spcPts val="0"/>
                        </a:spcAft>
                        <a:buNone/>
                      </a:pPr>
                      <a:r>
                        <a:rPr sz="1600">
                          <a:solidFill>
                            <a:schemeClr val="accent2">
                              <a:lumMod val="75000"/>
                            </a:schemeClr>
                          </a:solidFill>
                        </a:rPr>
                        <a:t>Milestone</a:t>
                      </a:r>
                      <a:endParaRPr sz="1600">
                        <a:solidFill>
                          <a:schemeClr val="accent2">
                            <a:lumMod val="75000"/>
                          </a:schemeClr>
                        </a:solidFill>
                      </a:endParaRPr>
                    </a:p>
                  </a:txBody>
                  <a:tcPr marL="137150" marR="91425" marT="0" marB="91425">
                    <a:lnL w="12700" cmpd="sng">
                      <a:solidFill>
                        <a:schemeClr val="accent2">
                          <a:lumMod val="75000"/>
                        </a:schemeClr>
                      </a:solidFill>
                      <a:prstDash val="solid"/>
                    </a:lnL>
                    <a:lnR w="12700" cmpd="sng">
                      <a:solidFill>
                        <a:schemeClr val="accent2">
                          <a:lumMod val="75000"/>
                        </a:schemeClr>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accent2">
                              <a:lumMod val="75000"/>
                            </a:schemeClr>
                          </a:solidFill>
                        </a:rPr>
                        <a:t>Milestone</a:t>
                      </a:r>
                      <a:endParaRPr sz="1600">
                        <a:solidFill>
                          <a:schemeClr val="accent2">
                            <a:lumMod val="75000"/>
                          </a:schemeClr>
                        </a:solidFill>
                      </a:endParaRPr>
                    </a:p>
                  </a:txBody>
                  <a:tcPr marL="137150" marR="91425" marT="0" marB="91425">
                    <a:lnL w="12700" cmpd="sng">
                      <a:solidFill>
                        <a:schemeClr val="accent2">
                          <a:lumMod val="75000"/>
                        </a:schemeClr>
                      </a:solidFill>
                      <a:prstDash val="solid"/>
                    </a:lnL>
                    <a:lnR w="12700" cmpd="sng">
                      <a:solidFill>
                        <a:schemeClr val="accent2">
                          <a:lumMod val="75000"/>
                        </a:schemeClr>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accent2">
                              <a:lumMod val="75000"/>
                            </a:schemeClr>
                          </a:solidFill>
                        </a:rPr>
                        <a:t>Milestone</a:t>
                      </a:r>
                      <a:endParaRPr sz="1600">
                        <a:solidFill>
                          <a:schemeClr val="accent2">
                            <a:lumMod val="75000"/>
                          </a:schemeClr>
                        </a:solidFill>
                      </a:endParaRPr>
                    </a:p>
                  </a:txBody>
                  <a:tcPr marL="137150" marR="91425" marT="0" marB="91425">
                    <a:lnL w="12700" cmpd="sng">
                      <a:solidFill>
                        <a:schemeClr val="accent2">
                          <a:lumMod val="75000"/>
                        </a:schemeClr>
                      </a:solidFill>
                      <a:prstDash val="solid"/>
                    </a:lnL>
                    <a:lnR w="12700" cmpd="sng">
                      <a:solidFill>
                        <a:schemeClr val="accent2">
                          <a:lumMod val="75000"/>
                        </a:schemeClr>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accent2">
                              <a:lumMod val="75000"/>
                            </a:schemeClr>
                          </a:solidFill>
                        </a:rPr>
                        <a:t>Milestone</a:t>
                      </a:r>
                      <a:endParaRPr sz="1600">
                        <a:solidFill>
                          <a:schemeClr val="accent2">
                            <a:lumMod val="75000"/>
                          </a:schemeClr>
                        </a:solidFill>
                      </a:endParaRPr>
                    </a:p>
                  </a:txBody>
                  <a:tcPr marL="137150" marR="91425" marT="0" marB="91425">
                    <a:lnL w="12700" cmpd="sng">
                      <a:solidFill>
                        <a:schemeClr val="accent2">
                          <a:lumMod val="75000"/>
                        </a:schemeClr>
                      </a:solidFill>
                      <a:prstDash val="solid"/>
                    </a:lnL>
                    <a:lnR w="12700" cmpd="sng">
                      <a:solidFill>
                        <a:schemeClr val="accent2">
                          <a:lumMod val="75000"/>
                        </a:schemeClr>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accent2">
                              <a:lumMod val="75000"/>
                            </a:schemeClr>
                          </a:solidFill>
                        </a:rPr>
                        <a:t>Milestone</a:t>
                      </a:r>
                      <a:endParaRPr sz="1600">
                        <a:solidFill>
                          <a:schemeClr val="accent2">
                            <a:lumMod val="75000"/>
                          </a:schemeClr>
                        </a:solidFill>
                      </a:endParaRPr>
                    </a:p>
                  </a:txBody>
                  <a:tcPr marL="137150" marR="91425" marT="0" marB="91425">
                    <a:lnL w="12700" cmpd="sng">
                      <a:solidFill>
                        <a:schemeClr val="accent2">
                          <a:lumMod val="75000"/>
                        </a:schemeClr>
                      </a:solidFill>
                      <a:prstDash val="solid"/>
                    </a:lnL>
                    <a:lnR w="12700" cmpd="sng">
                      <a:solidFill>
                        <a:schemeClr val="accent2">
                          <a:lumMod val="75000"/>
                        </a:schemeClr>
                      </a:solidFill>
                      <a:prstDash val="solid"/>
                    </a:lnR>
                    <a:lnT w="9525" cmpd="sng">
                      <a:solidFill>
                        <a:srgbClr val="9E9E9E">
                          <a:alpha val="0"/>
                        </a:srgbClr>
                      </a:solidFill>
                      <a:prstDash val="solid"/>
                    </a:lnT>
                    <a:lnB w="9525" cmpd="sng">
                      <a:solidFill>
                        <a:srgbClr val="9E9E9E">
                          <a:alpha val="0"/>
                        </a:srgbClr>
                      </a:solidFill>
                      <a:prstDash val="solid"/>
                    </a:lnB>
                  </a:tcPr>
                </a:tc>
              </a:tr>
            </a:tbl>
          </a:graphicData>
        </a:graphic>
      </p:graphicFrame>
      <p:sp>
        <p:nvSpPr>
          <p:cNvPr id="5" name="Google Shape;955;p80">
            <a:extLst xmlns:a="http://schemas.openxmlformats.org/drawingml/2006/main">
              <a:ext uri="{FF2B5EF4-FFF2-40B4-BE49-F238E27FC236}">
                <a16:creationId xmlns:a16="http://schemas.microsoft.com/office/drawing/2014/main" id="{EA32D89C-6778-2FE2-6D40-ABA6EAAD7EC1}"/>
              </a:ext>
            </a:extLst>
          </p:cNvPr>
          <p:cNvSpPr>
            <a:spLocks xmlns:a="http://schemas.openxmlformats.org/drawingml/2006/main" noGrp="1"/>
          </p:cNvSpPr>
          <p:nvPr/>
        </p:nvSpPr>
        <p:spPr>
          <a:xfrm xmlns:a="http://schemas.openxmlformats.org/drawingml/2006/main">
            <a:off x="4721718" y="4107740"/>
            <a:ext cx="4562665" cy="513300"/>
          </a:xfrm>
          <a:prstGeom xmlns:a="http://schemas.openxmlformats.org/drawingml/2006/main" prst="roundRect">
            <a:avLst>
              <a:gd name="adj" fmla="val 11479"/>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a:solidFill>
                  <a:schemeClr val="bg2"/>
                </a:solidFill>
                <a:latin typeface="Roboto Medium"/>
                <a:ea typeface="Roboto Medium"/>
                <a:cs typeface="Roboto Medium"/>
              </a:rPr>
              <a:t>Lorem ipsum</a:t>
            </a:r>
          </a:p>
        </p:txBody>
      </p:sp>
      <p:sp>
        <p:nvSpPr>
          <p:cNvPr id="6" name="Google Shape;957;p80">
            <a:extLst xmlns:a="http://schemas.openxmlformats.org/drawingml/2006/main">
              <a:ext uri="{FF2B5EF4-FFF2-40B4-BE49-F238E27FC236}">
                <a16:creationId xmlns:a16="http://schemas.microsoft.com/office/drawing/2014/main" id="{D5359B3A-662D-9283-F7D8-9D5DCD655B5B}"/>
              </a:ext>
            </a:extLst>
          </p:cNvPr>
          <p:cNvSpPr>
            <a:spLocks xmlns:a="http://schemas.openxmlformats.org/drawingml/2006/main" noGrp="1"/>
          </p:cNvSpPr>
          <p:nvPr/>
        </p:nvSpPr>
        <p:spPr>
          <a:xfrm xmlns:a="http://schemas.openxmlformats.org/drawingml/2006/main">
            <a:off x="584093" y="5478390"/>
            <a:ext cx="11026708" cy="513300"/>
          </a:xfrm>
          <a:prstGeom xmlns:a="http://schemas.openxmlformats.org/drawingml/2006/main" prst="roundRect">
            <a:avLst>
              <a:gd name="adj" fmla="val 11479"/>
            </a:avLst>
          </a:prstGeom>
          <a:solidFill xmlns:a="http://schemas.openxmlformats.org/drawingml/2006/main">
            <a:schemeClr val="bg2"/>
          </a:solidFill>
          <a:ln xmlns:a="http://schemas.openxmlformats.org/drawingml/2006/main" w="12700">
            <a:solidFill>
              <a:schemeClr val="accent1"/>
            </a:solid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a:solidFill>
                  <a:schemeClr val="accent1"/>
                </a:solidFill>
                <a:latin typeface="Roboto Medium"/>
                <a:ea typeface="Roboto Medium"/>
                <a:cs typeface="Roboto Medium"/>
              </a:rPr>
              <a:t>Lorem ipsum</a:t>
            </a:r>
            <a:endParaRPr sz="1500">
              <a:solidFill>
                <a:schemeClr val="accent1"/>
              </a:solidFill>
              <a:latin typeface="Roboto Medium"/>
              <a:ea typeface="Roboto Medium"/>
              <a:cs typeface="Roboto Medium"/>
            </a:endParaRPr>
          </a:p>
        </p:txBody>
      </p:sp>
      <p:sp>
        <p:nvSpPr>
          <p:cNvPr id="7" name="Google Shape;960;p80">
            <a:extLst xmlns:a="http://schemas.openxmlformats.org/drawingml/2006/main">
              <a:ext uri="{FF2B5EF4-FFF2-40B4-BE49-F238E27FC236}">
                <a16:creationId xmlns:a16="http://schemas.microsoft.com/office/drawing/2014/main" id="{2293B6C0-CD6E-C9F0-68F7-73F7B726A1EF}"/>
              </a:ext>
            </a:extLst>
          </p:cNvPr>
          <p:cNvSpPr>
            <a:spLocks xmlns:a="http://schemas.openxmlformats.org/drawingml/2006/main" noGrp="1"/>
          </p:cNvSpPr>
          <p:nvPr/>
        </p:nvSpPr>
        <p:spPr>
          <a:xfrm xmlns:a="http://schemas.openxmlformats.org/drawingml/2006/main">
            <a:off x="7522794" y="4754965"/>
            <a:ext cx="4088008" cy="513300"/>
          </a:xfrm>
          <a:prstGeom xmlns:a="http://schemas.openxmlformats.org/drawingml/2006/main" prst="roundRect">
            <a:avLst>
              <a:gd name="adj" fmla="val 11479"/>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a:solidFill>
                  <a:schemeClr val="bg2"/>
                </a:solidFill>
                <a:latin typeface="Roboto Medium"/>
                <a:ea typeface="Roboto Medium"/>
                <a:cs typeface="Roboto Medium"/>
              </a:rPr>
              <a:t>Lorem ipsum</a:t>
            </a:r>
          </a:p>
        </p:txBody>
      </p:sp>
      <p:sp>
        <p:nvSpPr>
          <p:cNvPr id="8" name="Google Shape;963;p80">
            <a:extLst xmlns:a="http://schemas.openxmlformats.org/drawingml/2006/main">
              <a:ext uri="{FF2B5EF4-FFF2-40B4-BE49-F238E27FC236}">
                <a16:creationId xmlns:a16="http://schemas.microsoft.com/office/drawing/2014/main" id="{0F4F3439-EC29-4518-4A3E-7436F8578035}"/>
              </a:ext>
            </a:extLst>
          </p:cNvPr>
          <p:cNvSpPr>
            <a:spLocks xmlns:a="http://schemas.openxmlformats.org/drawingml/2006/main" noGrp="1"/>
          </p:cNvSpPr>
          <p:nvPr/>
        </p:nvSpPr>
        <p:spPr>
          <a:xfrm xmlns:a="http://schemas.openxmlformats.org/drawingml/2006/main">
            <a:off x="2819968" y="3403140"/>
            <a:ext cx="8790833" cy="513300"/>
          </a:xfrm>
          <a:prstGeom xmlns:a="http://schemas.openxmlformats.org/drawingml/2006/main" prst="roundRect">
            <a:avLst>
              <a:gd name="adj" fmla="val 11479"/>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a:solidFill>
                  <a:schemeClr val="bg2"/>
                </a:solidFill>
                <a:latin typeface="Roboto Medium"/>
                <a:ea typeface="Roboto Medium"/>
                <a:cs typeface="Roboto Medium"/>
              </a:rPr>
              <a:t>Lorem ipsum</a:t>
            </a:r>
          </a:p>
        </p:txBody>
      </p:sp>
      <p:sp>
        <p:nvSpPr>
          <p:cNvPr id="9" name="Google Shape;966;p80">
            <a:extLst xmlns:a="http://schemas.openxmlformats.org/drawingml/2006/main">
              <a:ext uri="{FF2B5EF4-FFF2-40B4-BE49-F238E27FC236}">
                <a16:creationId xmlns:a16="http://schemas.microsoft.com/office/drawing/2014/main" id="{1D07E5FD-0BEC-93D6-2CF5-BC908A51553C}"/>
              </a:ext>
            </a:extLst>
          </p:cNvPr>
          <p:cNvSpPr>
            <a:spLocks xmlns:a="http://schemas.openxmlformats.org/drawingml/2006/main" noGrp="1"/>
          </p:cNvSpPr>
          <p:nvPr/>
        </p:nvSpPr>
        <p:spPr>
          <a:xfrm xmlns:a="http://schemas.openxmlformats.org/drawingml/2006/main">
            <a:off x="2819968" y="2698515"/>
            <a:ext cx="6408538" cy="513300"/>
          </a:xfrm>
          <a:prstGeom xmlns:a="http://schemas.openxmlformats.org/drawingml/2006/main" prst="roundRect">
            <a:avLst>
              <a:gd name="adj" fmla="val 11479"/>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a:solidFill>
                  <a:schemeClr val="bg2"/>
                </a:solidFill>
                <a:latin typeface="Roboto Medium"/>
                <a:ea typeface="Roboto Medium"/>
                <a:cs typeface="Roboto Medium"/>
              </a:rPr>
              <a:t>Lorem ipsum</a:t>
            </a:r>
          </a:p>
        </p:txBody>
      </p:sp>
      <p:sp>
        <p:nvSpPr>
          <p:cNvPr id="10" name="Google Shape;969;p80">
            <a:extLst xmlns:a="http://schemas.openxmlformats.org/drawingml/2006/main">
              <a:ext uri="{FF2B5EF4-FFF2-40B4-BE49-F238E27FC236}">
                <a16:creationId xmlns:a16="http://schemas.microsoft.com/office/drawing/2014/main" id="{0AB147C5-D3F9-0847-C2A5-2A90154B1A3C}"/>
              </a:ext>
            </a:extLst>
          </p:cNvPr>
          <p:cNvSpPr>
            <a:spLocks xmlns:a="http://schemas.openxmlformats.org/drawingml/2006/main" noGrp="1"/>
          </p:cNvSpPr>
          <p:nvPr/>
        </p:nvSpPr>
        <p:spPr>
          <a:xfrm xmlns:a="http://schemas.openxmlformats.org/drawingml/2006/main">
            <a:off x="507893" y="1975090"/>
            <a:ext cx="4185180" cy="513300"/>
          </a:xfrm>
          <a:prstGeom xmlns:a="http://schemas.openxmlformats.org/drawingml/2006/main" prst="roundRect">
            <a:avLst>
              <a:gd name="adj" fmla="val 11479"/>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a:solidFill>
                  <a:schemeClr val="bg2"/>
                </a:solidFill>
                <a:latin typeface="Roboto Medium"/>
                <a:ea typeface="Roboto Medium"/>
                <a:cs typeface="Roboto Medium"/>
              </a:rPr>
              <a:t>Lorem ipsum</a:t>
            </a:r>
            <a:endParaRPr sz="1500">
              <a:solidFill>
                <a:schemeClr val="bg2"/>
              </a:solidFill>
              <a:latin typeface="Roboto Medium"/>
              <a:ea typeface="Roboto Medium"/>
              <a:cs typeface="Roboto Medium"/>
            </a:endParaRPr>
          </a:p>
        </p:txBody>
      </p:sp>
      <p:sp>
        <p:nvSpPr>
          <p:cNvPr id="11" name="Footer Placeholder 10">
            <a:extLst xmlns:a="http://schemas.openxmlformats.org/drawingml/2006/main">
              <a:ext uri="{FF2B5EF4-FFF2-40B4-BE49-F238E27FC236}">
                <a16:creationId xmlns:a16="http://schemas.microsoft.com/office/drawing/2014/main" id="{F06ADB7A-E0CB-A418-3590-620B0C5F17EB}"/>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243517153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F5D028D-B73B-5BFF-0AA5-65F94FB570F9}"/>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0000000-1234-1234-1234-123412341234}" type="slidenum">
              <a:t>8</a:t>
            </a:fld>
            <a:endParaRPr/>
          </a:p>
        </p:txBody>
      </p:sp>
      <p:sp>
        <p:nvSpPr>
          <p:cNvPr id="533" name="Google Shape;533;p58">
            <a:extLst xmlns:a="http://schemas.openxmlformats.org/drawingml/2006/main">
              <a:ext uri="{FF2B5EF4-FFF2-40B4-BE49-F238E27FC236}">
                <a16:creationId xmlns:a16="http://schemas.microsoft.com/office/drawing/2014/main" id="{D035ED81-B82C-6CFE-FAA7-0911E05CDEB2}"/>
              </a:ext>
            </a:extLst>
          </p:cNvPr>
          <p:cNvSpPr>
            <a:spLocks xmlns:a="http://schemas.openxmlformats.org/drawingml/2006/main" noGrp="1"/>
          </p:cNvSpPr>
          <p:nvPr>
            <p:ph type="title" idx="0"/>
          </p:nvPr>
        </p:nvSpPr>
        <p:spPr>
          <a:xfrm xmlns:a="http://schemas.openxmlformats.org/drawingml/2006/main">
            <a:off x="393700" y="1170935"/>
            <a:ext cx="11404600" cy="1797958"/>
          </a:xfrm>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lgn="ctr">
              <a:buNone/>
            </a:pPr>
            <a:r>
              <a:rPr sz="4200">
                <a:solidFill>
                  <a:schemeClr val="accent1"/>
                </a:solidFill>
              </a:rPr>
              <a:t>Statement headline </a:t>
            </a:r>
            <a:br/>
            <a:r>
              <a:rPr sz="4200">
                <a:solidFill>
                  <a:schemeClr val="accent1"/>
                </a:solidFill>
              </a:rPr>
              <a:t>slide with eight logo grid</a:t>
            </a:r>
            <a:endParaRPr sz="4200">
              <a:solidFill>
                <a:schemeClr val="accent1"/>
              </a:solidFill>
            </a:endParaRPr>
          </a:p>
        </p:txBody>
      </p:sp>
      <p:sp>
        <p:nvSpPr>
          <p:cNvPr id="2" name="Footer Placeholder 1">
            <a:extLst xmlns:a="http://schemas.openxmlformats.org/drawingml/2006/main">
              <a:ext uri="{FF2B5EF4-FFF2-40B4-BE49-F238E27FC236}">
                <a16:creationId xmlns:a16="http://schemas.microsoft.com/office/drawing/2014/main" id="{AEFF86C5-A7D2-315F-C644-70488B8E4BC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6730FFED-E57C-67CB-4BAA-568126831AB5}"/>
              </a:ext>
            </a:extLst>
          </p:cNvPr>
          <p:cNvSpPr>
            <a:spLocks xmlns:a="http://schemas.openxmlformats.org/drawingml/2006/main" noGrp="1"/>
          </p:cNvSpPr>
          <p:nvPr/>
        </p:nvSpPr>
        <p:spPr>
          <a:xfrm xmlns:a="http://schemas.openxmlformats.org/drawingml/2006/main">
            <a:off x="2549677" y="3297710"/>
            <a:ext cx="7092645" cy="186590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ctr">
              <a:lnSpc>
                <a:spcPct val="114000"/>
              </a:lnSpc>
              <a:spcBef>
                <a:spcPts val="0"/>
              </a:spcBef>
              <a:spcAft>
                <a:spcPts val="800"/>
              </a:spcAft>
              <a:buFont typeface="Arial"/>
              <a:buNone/>
            </a:pPr>
            <a:r>
              <a:rPr sz="1600">
                <a:latin typeface="Helvetica Neue"/>
                <a:ea typeface="Helvetica Neue"/>
                <a:cs typeface="Helvetica Neue"/>
              </a:rPr>
              <a:t>Lorem ipsum dolor sit amet, consectetur adipiscing elit. Pellentesque ultricies quam ut massa luctus cursus. Nullam pharetra mauris tortor. In hac habitasse platea dictumst. Proin mattis nibh risus. Nulla tempor ut massa elementum dapibus. Nam non ante quis enim fringilla tempus nec in lectus. In hac habitasse platea dictumst. </a:t>
            </a:r>
          </a:p>
          <a:p xmlns:a="http://schemas.openxmlformats.org/drawingml/2006/main">
            <a:pPr marL="0" indent="0" algn="ctr">
              <a:lnSpc>
                <a:spcPct val="114000"/>
              </a:lnSpc>
              <a:spcBef>
                <a:spcPts val="0"/>
              </a:spcBef>
              <a:spcAft>
                <a:spcPts val="800"/>
              </a:spcAft>
              <a:buFont typeface="Arial"/>
              <a:buNone/>
            </a:pPr>
            <a:endParaRPr sz="1600">
              <a:latin typeface="Helvetica Neue"/>
              <a:ea typeface="Helvetica Neue"/>
              <a:cs typeface="Helvetica Neue"/>
            </a:endParaRPr>
          </a:p>
        </p:txBody>
      </p:sp>
    </p:spTree>
    <p:extLst>
      <p:ext uri="{BB962C8B-B14F-4D97-AF65-F5344CB8AC3E}">
        <p14:creationId xmlns:p14="http://schemas.microsoft.com/office/powerpoint/2010/main" val="346614214"/>
      </p:ext>
    </p:extLst>
  </p:cSld>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2026-08-31T09:57:44.1320000Z</dcterms:created>
  <dcterms:modified xsi:type="dcterms:W3CDTF">2026-08-31T09:57:44.1320000Z</dcterms:modified>
</coreProperties>
</file>