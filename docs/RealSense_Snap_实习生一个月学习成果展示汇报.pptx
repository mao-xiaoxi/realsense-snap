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fe7dbd1be45b8" /><Relationship Type="http://schemas.openxmlformats.org/officeDocument/2006/relationships/extended-properties" Target="/docProps/app.xml" Id="R9a6db43fbd4f41cc" /><Relationship Type="http://schemas.openxmlformats.org/officeDocument/2006/relationships/officeDocument" Target="/ppt/presentation.xml" Id="R7294b976152b449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885e3104cb84429"/>
  </p:sldMasterIdLst>
  <p:notesMasterIdLst>
    <p:notesMasterId xmlns:r="http://schemas.openxmlformats.org/officeDocument/2006/relationships" r:id="R872310348a2e4f73"/>
  </p:notesMasterIdLst>
  <p:sldIdLst>
    <p:sldId xmlns:r="http://schemas.openxmlformats.org/officeDocument/2006/relationships" id="256" r:id="R616c52582ed74c6d"/>
    <p:sldId xmlns:r="http://schemas.openxmlformats.org/officeDocument/2006/relationships" id="257" r:id="Rf0d7db1336284a98"/>
    <p:sldId xmlns:r="http://schemas.openxmlformats.org/officeDocument/2006/relationships" id="258" r:id="R4e30ba541be4430e"/>
    <p:sldId xmlns:r="http://schemas.openxmlformats.org/officeDocument/2006/relationships" id="259" r:id="R8153dfe6204747ab"/>
    <p:sldId xmlns:r="http://schemas.openxmlformats.org/officeDocument/2006/relationships" id="260" r:id="Re1710f29e6344858"/>
    <p:sldId xmlns:r="http://schemas.openxmlformats.org/officeDocument/2006/relationships" id="261" r:id="R7ebdcdd99e86427d"/>
    <p:sldId xmlns:r="http://schemas.openxmlformats.org/officeDocument/2006/relationships" id="262" r:id="Re76f76db9d4e4250"/>
    <p:sldId xmlns:r="http://schemas.openxmlformats.org/officeDocument/2006/relationships" id="263" r:id="Rac761d6ef3cb461e"/>
    <p:sldId xmlns:r="http://schemas.openxmlformats.org/officeDocument/2006/relationships" id="264" r:id="R87adf4e16ca944cb"/>
    <p:sldId xmlns:r="http://schemas.openxmlformats.org/officeDocument/2006/relationships" id="265" r:id="R82317c9947f74529"/>
    <p:sldId xmlns:r="http://schemas.openxmlformats.org/officeDocument/2006/relationships" id="266" r:id="R10a70a9c99a34fe5"/>
    <p:sldId xmlns:r="http://schemas.openxmlformats.org/officeDocument/2006/relationships" id="267" r:id="R2b45613f9f3640cf"/>
    <p:sldId xmlns:r="http://schemas.openxmlformats.org/officeDocument/2006/relationships" id="268" r:id="R8ceffbed545840c8"/>
    <p:sldId xmlns:r="http://schemas.openxmlformats.org/officeDocument/2006/relationships" id="269" r:id="R6e8616dfc5044171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b46e76ac9a3345b0"/>
      <p:italic xmlns:r="http://schemas.openxmlformats.org/officeDocument/2006/relationships" r:id="R217d9aa5c70349b7"/>
    </p:embeddedFont>
    <p:embeddedFont>
      <p:font typeface="Lora SemiBold"/>
      <p:regular xmlns:r="http://schemas.openxmlformats.org/officeDocument/2006/relationships" r:id="R48dfa116ea8a4c8c"/>
      <p:bold xmlns:r="http://schemas.openxmlformats.org/officeDocument/2006/relationships" r:id="R390d5ebda70f483a"/>
      <p:italic xmlns:r="http://schemas.openxmlformats.org/officeDocument/2006/relationships" r:id="Rec90745eee4d42e6"/>
      <p:boldItalic xmlns:r="http://schemas.openxmlformats.org/officeDocument/2006/relationships" r:id="R30f45dd31ff743b9"/>
    </p:embeddedFont>
    <p:embeddedFont>
      <p:font typeface="OpenAI Sans"/>
      <p:regular xmlns:r="http://schemas.openxmlformats.org/officeDocument/2006/relationships" r:id="R5b4079d5576e44cc"/>
      <p:bold xmlns:r="http://schemas.openxmlformats.org/officeDocument/2006/relationships" r:id="R1e2fb486de5b49d8"/>
      <p:italic xmlns:r="http://schemas.openxmlformats.org/officeDocument/2006/relationships" r:id="Rd00ec91bb7d146bb"/>
      <p:boldItalic xmlns:r="http://schemas.openxmlformats.org/officeDocument/2006/relationships" r:id="R7970996f7a864c38"/>
    </p:embeddedFont>
    <p:embeddedFont>
      <p:font typeface="Roboto"/>
      <p:regular xmlns:r="http://schemas.openxmlformats.org/officeDocument/2006/relationships" r:id="Rbd33c4b5602345f5"/>
      <p:bold xmlns:r="http://schemas.openxmlformats.org/officeDocument/2006/relationships" r:id="R4ec9605b0c8c4587"/>
      <p:italic xmlns:r="http://schemas.openxmlformats.org/officeDocument/2006/relationships" r:id="R345e6ca79a494ec9"/>
      <p:boldItalic xmlns:r="http://schemas.openxmlformats.org/officeDocument/2006/relationships" r:id="Rf2a44265c747421c"/>
    </p:embeddedFont>
    <p:embeddedFont>
      <p:font typeface="Roboto Medium"/>
      <p:regular xmlns:r="http://schemas.openxmlformats.org/officeDocument/2006/relationships" r:id="R13e0e2e44eaf42e2"/>
      <p:italic xmlns:r="http://schemas.openxmlformats.org/officeDocument/2006/relationships" r:id="Rfe6d0ed62bb14c6d"/>
    </p:embeddedFont>
    <p:embeddedFont>
      <p:font typeface="Roboto SemiBold"/>
      <p:regular xmlns:r="http://schemas.openxmlformats.org/officeDocument/2006/relationships" r:id="R20004dc897fd4c65"/>
      <p:bold xmlns:r="http://schemas.openxmlformats.org/officeDocument/2006/relationships" r:id="Reb1451f534684c11"/>
      <p:italic xmlns:r="http://schemas.openxmlformats.org/officeDocument/2006/relationships" r:id="Rad6d795267194a88"/>
      <p:boldItalic xmlns:r="http://schemas.openxmlformats.org/officeDocument/2006/relationships" r:id="Rebebe7e8167a446f"/>
    </p:embeddedFont>
    <p:embeddedFont>
      <p:font typeface="Roboto Serif 14pt"/>
      <p:regular xmlns:r="http://schemas.openxmlformats.org/officeDocument/2006/relationships" r:id="R7601e83e45af4f51"/>
      <p:bold xmlns:r="http://schemas.openxmlformats.org/officeDocument/2006/relationships" r:id="R41df7020783a42cd"/>
      <p:italic xmlns:r="http://schemas.openxmlformats.org/officeDocument/2006/relationships" r:id="R9b0c096a70034644"/>
      <p:boldItalic xmlns:r="http://schemas.openxmlformats.org/officeDocument/2006/relationships" r:id="R47316c4ae006475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03075a80cf4bd1" /><Relationship Type="http://schemas.openxmlformats.org/officeDocument/2006/relationships/slideMaster" Target="/ppt/slideMasters/slideMaster1.xml" Id="R7885e3104cb84429" /><Relationship Type="http://schemas.openxmlformats.org/officeDocument/2006/relationships/notesMaster" Target="/ppt/notesMasters/notesMaster1.xml" Id="R872310348a2e4f73" /><Relationship Type="http://schemas.openxmlformats.org/officeDocument/2006/relationships/presProps" Target="/ppt/presProps.xml" Id="R023a04387ca14449" /><Relationship Type="http://schemas.openxmlformats.org/officeDocument/2006/relationships/viewProps" Target="/ppt/viewProps.xml" Id="R18b9dbb3438448fb" /><Relationship Type="http://schemas.openxmlformats.org/officeDocument/2006/relationships/tableStyles" Target="/ppt/tableStyles.xml" Id="R91fc573acf384e40" /><Relationship Type="http://schemas.openxmlformats.org/officeDocument/2006/relationships/font" Target="/ppt/fonts/font.dat" Id="Rb46e76ac9a3345b0" /><Relationship Type="http://schemas.openxmlformats.org/officeDocument/2006/relationships/font" Target="/ppt/fonts/font2.dat" Id="R217d9aa5c70349b7" /><Relationship Type="http://schemas.openxmlformats.org/officeDocument/2006/relationships/font" Target="/ppt/fonts/font3.dat" Id="R48dfa116ea8a4c8c" /><Relationship Type="http://schemas.openxmlformats.org/officeDocument/2006/relationships/font" Target="/ppt/fonts/font4.dat" Id="R390d5ebda70f483a" /><Relationship Type="http://schemas.openxmlformats.org/officeDocument/2006/relationships/font" Target="/ppt/fonts/font5.dat" Id="Rec90745eee4d42e6" /><Relationship Type="http://schemas.openxmlformats.org/officeDocument/2006/relationships/font" Target="/ppt/fonts/font6.dat" Id="R30f45dd31ff743b9" /><Relationship Type="http://schemas.openxmlformats.org/officeDocument/2006/relationships/font" Target="/ppt/fonts/font7.dat" Id="R5b4079d5576e44cc" /><Relationship Type="http://schemas.openxmlformats.org/officeDocument/2006/relationships/font" Target="/ppt/fonts/font8.dat" Id="R1e2fb486de5b49d8" /><Relationship Type="http://schemas.openxmlformats.org/officeDocument/2006/relationships/font" Target="/ppt/fonts/font9.dat" Id="Rd00ec91bb7d146bb" /><Relationship Type="http://schemas.openxmlformats.org/officeDocument/2006/relationships/font" Target="/ppt/fonts/font10.dat" Id="R7970996f7a864c38" /><Relationship Type="http://schemas.openxmlformats.org/officeDocument/2006/relationships/font" Target="/ppt/fonts/font11.dat" Id="Rbd33c4b5602345f5" /><Relationship Type="http://schemas.openxmlformats.org/officeDocument/2006/relationships/font" Target="/ppt/fonts/font12.dat" Id="R4ec9605b0c8c4587" /><Relationship Type="http://schemas.openxmlformats.org/officeDocument/2006/relationships/font" Target="/ppt/fonts/font13.dat" Id="R345e6ca79a494ec9" /><Relationship Type="http://schemas.openxmlformats.org/officeDocument/2006/relationships/font" Target="/ppt/fonts/font14.dat" Id="Rf2a44265c747421c" /><Relationship Type="http://schemas.openxmlformats.org/officeDocument/2006/relationships/font" Target="/ppt/fonts/font15.dat" Id="R13e0e2e44eaf42e2" /><Relationship Type="http://schemas.openxmlformats.org/officeDocument/2006/relationships/font" Target="/ppt/fonts/font16.dat" Id="Rfe6d0ed62bb14c6d" /><Relationship Type="http://schemas.openxmlformats.org/officeDocument/2006/relationships/font" Target="/ppt/fonts/font17.dat" Id="R20004dc897fd4c65" /><Relationship Type="http://schemas.openxmlformats.org/officeDocument/2006/relationships/font" Target="/ppt/fonts/font18.dat" Id="Reb1451f534684c11" /><Relationship Type="http://schemas.openxmlformats.org/officeDocument/2006/relationships/font" Target="/ppt/fonts/font19.dat" Id="Rad6d795267194a88" /><Relationship Type="http://schemas.openxmlformats.org/officeDocument/2006/relationships/font" Target="/ppt/fonts/font20.dat" Id="Rebebe7e8167a446f" /><Relationship Type="http://schemas.openxmlformats.org/officeDocument/2006/relationships/font" Target="/ppt/fonts/font21.dat" Id="R7601e83e45af4f51" /><Relationship Type="http://schemas.openxmlformats.org/officeDocument/2006/relationships/font" Target="/ppt/fonts/font22.dat" Id="R41df7020783a42cd" /><Relationship Type="http://schemas.openxmlformats.org/officeDocument/2006/relationships/font" Target="/ppt/fonts/font23.dat" Id="R9b0c096a70034644" /><Relationship Type="http://schemas.openxmlformats.org/officeDocument/2006/relationships/font" Target="/ppt/fonts/font24.dat" Id="R47316c4ae0064754" /><Relationship Type="http://schemas.openxmlformats.org/officeDocument/2006/relationships/slide" Target="/ppt/slides/slide1.xml" Id="R616c52582ed74c6d" /><Relationship Type="http://schemas.openxmlformats.org/officeDocument/2006/relationships/slide" Target="/ppt/slides/slide2.xml" Id="Rf0d7db1336284a98" /><Relationship Type="http://schemas.openxmlformats.org/officeDocument/2006/relationships/slide" Target="/ppt/slides/slide3.xml" Id="R4e30ba541be4430e" /><Relationship Type="http://schemas.openxmlformats.org/officeDocument/2006/relationships/slide" Target="/ppt/slides/slide4.xml" Id="R8153dfe6204747ab" /><Relationship Type="http://schemas.openxmlformats.org/officeDocument/2006/relationships/slide" Target="/ppt/slides/slide5.xml" Id="Re1710f29e6344858" /><Relationship Type="http://schemas.openxmlformats.org/officeDocument/2006/relationships/slide" Target="/ppt/slides/slide6.xml" Id="R7ebdcdd99e86427d" /><Relationship Type="http://schemas.openxmlformats.org/officeDocument/2006/relationships/slide" Target="/ppt/slides/slide7.xml" Id="Re76f76db9d4e4250" /><Relationship Type="http://schemas.openxmlformats.org/officeDocument/2006/relationships/slide" Target="/ppt/slides/slide8.xml" Id="Rac761d6ef3cb461e" /><Relationship Type="http://schemas.openxmlformats.org/officeDocument/2006/relationships/slide" Target="/ppt/slides/slide9.xml" Id="R87adf4e16ca944cb" /><Relationship Type="http://schemas.openxmlformats.org/officeDocument/2006/relationships/slide" Target="/ppt/slides/slide10.xml" Id="R82317c9947f74529" /><Relationship Type="http://schemas.openxmlformats.org/officeDocument/2006/relationships/slide" Target="/ppt/slides/slide11.xml" Id="R10a70a9c99a34fe5" /><Relationship Type="http://schemas.openxmlformats.org/officeDocument/2006/relationships/slide" Target="/ppt/slides/slide12.xml" Id="R2b45613f9f3640cf" /><Relationship Type="http://schemas.openxmlformats.org/officeDocument/2006/relationships/slide" Target="/ppt/slides/slide13.xml" Id="R8ceffbed545840c8" /><Relationship Type="http://schemas.openxmlformats.org/officeDocument/2006/relationships/slide" Target="/ppt/slides/slide14.xml" Id="R6e8616dfc50441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08e7476c9f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7446bcacc4473" /><Relationship Type="http://schemas.openxmlformats.org/officeDocument/2006/relationships/notesMaster" Target="/ppt/notesMasters/notesMaster1.xml" Id="Rd2c919036e6646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d0a6d3b224288" /><Relationship Type="http://schemas.openxmlformats.org/officeDocument/2006/relationships/notesMaster" Target="/ppt/notesMasters/notesMaster1.xml" Id="R4c0ebeae2afa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ef114686b94ba1" /><Relationship Type="http://schemas.openxmlformats.org/officeDocument/2006/relationships/notesMaster" Target="/ppt/notesMasters/notesMaster1.xml" Id="Rcbc8d6124f9a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25999746e4d4b" /><Relationship Type="http://schemas.openxmlformats.org/officeDocument/2006/relationships/notesMaster" Target="/ppt/notesMasters/notesMaster1.xml" Id="R4268026a5fbf46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0913befed47c5" /><Relationship Type="http://schemas.openxmlformats.org/officeDocument/2006/relationships/notesMaster" Target="/ppt/notesMasters/notesMaster1.xml" Id="R83a9adfcfa1143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0628b6cd234376" /><Relationship Type="http://schemas.openxmlformats.org/officeDocument/2006/relationships/notesMaster" Target="/ppt/notesMasters/notesMaster1.xml" Id="R9aba2e2e9d7649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2e3230a43b4b9b" /><Relationship Type="http://schemas.openxmlformats.org/officeDocument/2006/relationships/notesMaster" Target="/ppt/notesMasters/notesMaster1.xml" Id="Rf3398225ced8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3e02544504d96" /><Relationship Type="http://schemas.openxmlformats.org/officeDocument/2006/relationships/notesMaster" Target="/ppt/notesMasters/notesMaster1.xml" Id="R7967352e45764f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834a4235e1443d" /><Relationship Type="http://schemas.openxmlformats.org/officeDocument/2006/relationships/notesMaster" Target="/ppt/notesMasters/notesMaster1.xml" Id="Rb783b8809bbe45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21d5fc00ba49d1" /><Relationship Type="http://schemas.openxmlformats.org/officeDocument/2006/relationships/notesMaster" Target="/ppt/notesMasters/notesMaster1.xml" Id="R389a42c129664a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18a70c59e4cc2" /><Relationship Type="http://schemas.openxmlformats.org/officeDocument/2006/relationships/notesMaster" Target="/ppt/notesMasters/notesMaster1.xml" Id="R1b3e9198ef2c4c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c55ea6bf334b77" /><Relationship Type="http://schemas.openxmlformats.org/officeDocument/2006/relationships/notesMaster" Target="/ppt/notesMasters/notesMaster1.xml" Id="R281034d42b2744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1739c6278e40f6" /><Relationship Type="http://schemas.openxmlformats.org/officeDocument/2006/relationships/notesMaster" Target="/ppt/notesMasters/notesMaster1.xml" Id="R3a9376ff51d04e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6e4d482ddd416b" /><Relationship Type="http://schemas.openxmlformats.org/officeDocument/2006/relationships/notesMaster" Target="/ppt/notesMasters/notesMaster1.xml" Id="R567647d0f68f4c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docs/项目汇报PPT制作大纲.md</a:t>
            </a:r>
            <a:endParaRPr/>
          </a:p>
          <a:p xmlns:a="http://schemas.openxmlformats.org/drawingml/2006/main">
            <a:r>
              <a:t>README.md</a:t>
            </a:r>
            <a:endParaRPr/>
          </a:p>
          <a:p xmlns:a="http://schemas.openxmlformats.org/drawingml/2006/main">
            <a:r>
              <a:t>CMakeLists.txt</a:t>
            </a:r>
            <a:endParaRPr/>
          </a:p>
          <a:p xmlns:a="http://schemas.openxmlformats.org/drawingml/2006/main">
            <a:r>
              <a:t>src/main.cpp</a:t>
            </a:r>
            <a:endParaRPr/>
          </a:p>
          <a:p xmlns:a="http://schemas.openxmlformats.org/drawingml/2006/main">
            <a:r>
              <a:t>src/core/CameraWorker.cpp</a:t>
            </a:r>
            <a:endParaRPr/>
          </a:p>
          <a:p xmlns:a="http://schemas.openxmlformats.org/drawingml/2006/main">
            <a:r>
              <a:t>src/core/cameracontroller.cpp</a:t>
            </a:r>
            <a:endParaRPr/>
          </a:p>
          <a:p xmlns:a="http://schemas.openxmlformats.org/drawingml/2006/main">
            <a:r>
              <a:t>src/core/videoitem.cpp</a:t>
            </a:r>
            <a:endParaRPr/>
          </a:p>
          <a:p xmlns:a="http://schemas.openxmlformats.org/drawingml/2006/main">
            <a:r>
              <a:t>src/processing/filterprocessing.cpp</a:t>
            </a:r>
            <a:endParaRPr/>
          </a:p>
          <a:p xmlns:a="http://schemas.openxmlformats.org/drawingml/2006/main">
            <a:r>
              <a:t>src/utils/yoloseg.cpp</a:t>
            </a:r>
            <a:endParaRPr/>
          </a:p>
          <a:p xmlns:a="http://schemas.openxmlformats.org/drawingml/2006/main">
            <a:r>
              <a:t>src/utils/faciallandmark.cpp</a:t>
            </a:r>
            <a:endParaRPr/>
          </a:p>
          <a:p xmlns:a="http://schemas.openxmlformats.org/drawingml/2006/main">
            <a:r>
              <a:t>src/background/imagebackgroundprovider.cpp</a:t>
            </a:r>
            <a:endParaRPr/>
          </a:p>
          <a:p xmlns:a="http://schemas.openxmlformats.org/drawingml/2006/main"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docs/项目汇报PPT制作大纲.md</a:t>
            </a:r>
            <a:endParaRPr/>
          </a:p>
          <a:p xmlns:a="http://schemas.openxmlformats.org/drawingml/2006/main">
            <a:r>
              <a:t>README.md</a:t>
            </a:r>
            <a:endParaRPr/>
          </a:p>
          <a:p xmlns:a="http://schemas.openxmlformats.org/drawingml/2006/main">
            <a:r>
              <a:t>CMakeLists.txt</a:t>
            </a:r>
            <a:endParaRPr/>
          </a:p>
          <a:p xmlns:a="http://schemas.openxmlformats.org/drawingml/2006/main">
            <a:r>
              <a:t>src/main.cpp</a:t>
            </a:r>
            <a:endParaRPr/>
          </a:p>
          <a:p xmlns:a="http://schemas.openxmlformats.org/drawingml/2006/main">
            <a:r>
              <a:t>src/core/CameraWorker.cpp</a:t>
            </a:r>
            <a:endParaRPr/>
          </a:p>
          <a:p xmlns:a="http://schemas.openxmlformats.org/drawingml/2006/main">
            <a:r>
              <a:t>src/core/cameracontroller.cpp</a:t>
            </a:r>
            <a:endParaRPr/>
          </a:p>
          <a:p xmlns:a="http://schemas.openxmlformats.org/drawingml/2006/main">
            <a:r>
              <a:t>src/core/videoitem.cpp</a:t>
            </a:r>
            <a:endParaRPr/>
          </a:p>
          <a:p xmlns:a="http://schemas.openxmlformats.org/drawingml/2006/main">
            <a:r>
              <a:t>src/processing/filterprocessing.cpp</a:t>
            </a:r>
            <a:endParaRPr/>
          </a:p>
          <a:p xmlns:a="http://schemas.openxmlformats.org/drawingml/2006/main">
            <a:r>
              <a:t>src/utils/yoloseg.cpp</a:t>
            </a:r>
            <a:endParaRPr/>
          </a:p>
          <a:p xmlns:a="http://schemas.openxmlformats.org/drawingml/2006/main">
            <a:r>
              <a:t>src/utils/faciallandmark.cpp</a:t>
            </a:r>
            <a:endParaRPr/>
          </a:p>
          <a:p xmlns:a="http://schemas.openxmlformats.org/drawingml/2006/main">
            <a:r>
              <a:t>src/background/imagebackgroundprovider.cpp</a:t>
            </a:r>
            <a:endParaRPr/>
          </a:p>
          <a:p xmlns:a="http://schemas.openxmlformats.org/drawingml/2006/main"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docs/项目汇报PPT制作大纲.md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CMakeLists.txt</a:t>
            </a:r>
          </a:p>
          <a:p xmlns:a="http://schemas.openxmlformats.org/drawingml/2006/main">
            <a:r>
              <a:t>src/main.cpp</a:t>
            </a:r>
          </a:p>
          <a:p xmlns:a="http://schemas.openxmlformats.org/drawingml/2006/main">
            <a:r>
              <a:t>src/core/CameraWorker.cpp</a:t>
            </a:r>
          </a:p>
          <a:p xmlns:a="http://schemas.openxmlformats.org/drawingml/2006/main">
            <a:r>
              <a:t>src/core/cameracontroller.cpp</a:t>
            </a:r>
          </a:p>
          <a:p xmlns:a="http://schemas.openxmlformats.org/drawingml/2006/main">
            <a:r>
              <a:t>src/core/videoitem.cpp</a:t>
            </a:r>
          </a:p>
          <a:p xmlns:a="http://schemas.openxmlformats.org/drawingml/2006/main">
            <a:r>
              <a:t>src/processing/filterprocessing.cpp</a:t>
            </a:r>
          </a:p>
          <a:p xmlns:a="http://schemas.openxmlformats.org/drawingml/2006/main">
            <a:r>
              <a:t>src/utils/yoloseg.cpp</a:t>
            </a:r>
          </a:p>
          <a:p xmlns:a="http://schemas.openxmlformats.org/drawingml/2006/main">
            <a:r>
              <a:t>src/utils/faciallandmark.cpp</a:t>
            </a:r>
          </a:p>
          <a:p xmlns:a="http://schemas.openxmlformats.org/drawingml/2006/main">
            <a:r>
              <a:t>src/background/imagebackgroundprovider.cpp</a:t>
            </a:r>
          </a:p>
          <a:p xmlns:a="http://schemas.openxmlformats.org/drawingml/2006/main">
            <a:r>
              <a:t>qml/Main.qml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docs/项目汇报PPT制作大纲.md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CMakeLists.txt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src/main.cpp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src/core/CameraWorker.cpp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src/core/cameracontroller.cpp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src/core/videoitem.cpp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src/processing/filterprocessing.cpp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src/utils/yoloseg.cpp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src/utils/faciallandmark.cpp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src/background/imagebackgroundprovider.cpp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qml/Main.qml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063cd57b140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f14e62c4e46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fea30db7342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7f5cc7a384c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05e9b2fa949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64df18b204b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9a7f8d90047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c8f87b2ed48d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d9037c472542cb" /><Relationship Type="http://schemas.openxmlformats.org/officeDocument/2006/relationships/slideLayout" Target="/ppt/slideLayouts/slideLayout1.xml" Id="Rab9bfb89769342d8" /><Relationship Type="http://schemas.openxmlformats.org/officeDocument/2006/relationships/slideLayout" Target="/ppt/slideLayouts/slideLayout2.xml" Id="Ra102deafd310413a" /><Relationship Type="http://schemas.openxmlformats.org/officeDocument/2006/relationships/slideLayout" Target="/ppt/slideLayouts/slideLayout3.xml" Id="Re6494476274e4a6e" /><Relationship Type="http://schemas.openxmlformats.org/officeDocument/2006/relationships/slideLayout" Target="/ppt/slideLayouts/slideLayout4.xml" Id="Rc44ccc51de884ba3" /><Relationship Type="http://schemas.openxmlformats.org/officeDocument/2006/relationships/slideLayout" Target="/ppt/slideLayouts/slideLayout5.xml" Id="Rfac986f3b39b46e8" /><Relationship Type="http://schemas.openxmlformats.org/officeDocument/2006/relationships/slideLayout" Target="/ppt/slideLayouts/slideLayout6.xml" Id="R70a4d13d4e944d50" /><Relationship Type="http://schemas.openxmlformats.org/officeDocument/2006/relationships/slideLayout" Target="/ppt/slideLayouts/slideLayout7.xml" Id="R120d1df402c54657" /><Relationship Type="http://schemas.openxmlformats.org/officeDocument/2006/relationships/slideLayout" Target="/ppt/slideLayouts/slideLayout8.xml" Id="R2097cf148cff477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bfb89769342d8"/>
    <p:sldLayoutId xmlns:r="http://schemas.openxmlformats.org/officeDocument/2006/relationships" id="2147483650" r:id="Ra102deafd310413a"/>
    <p:sldLayoutId xmlns:r="http://schemas.openxmlformats.org/officeDocument/2006/relationships" id="2147483651" r:id="Re6494476274e4a6e"/>
    <p:sldLayoutId xmlns:r="http://schemas.openxmlformats.org/officeDocument/2006/relationships" id="2147483652" r:id="Rc44ccc51de884ba3"/>
    <p:sldLayoutId xmlns:r="http://schemas.openxmlformats.org/officeDocument/2006/relationships" id="2147483653" r:id="Rfac986f3b39b46e8"/>
    <p:sldLayoutId xmlns:r="http://schemas.openxmlformats.org/officeDocument/2006/relationships" id="2147483654" r:id="R70a4d13d4e944d50"/>
    <p:sldLayoutId xmlns:r="http://schemas.openxmlformats.org/officeDocument/2006/relationships" id="2147483655" r:id="R120d1df402c54657"/>
    <p:sldLayoutId xmlns:r="http://schemas.openxmlformats.org/officeDocument/2006/relationships" id="2147483656" r:id="R2097cf148cff477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860356d5c4b20" /><Relationship Type="http://schemas.openxmlformats.org/officeDocument/2006/relationships/notesSlide" Target="/ppt/notesSlides/notesSlide1.xml" Id="R7fc40cfef69541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b67aa346c4559" /><Relationship Type="http://schemas.openxmlformats.org/officeDocument/2006/relationships/notesSlide" Target="/ppt/notesSlides/notesSlide2.xml" Id="Rca3748e67a25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7b32a7c2f4e7b" /><Relationship Type="http://schemas.openxmlformats.org/officeDocument/2006/relationships/notesSlide" Target="/ppt/notesSlides/notesSlide3.xml" Id="R9f4d00a0ec894f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97fae69a94b1f" /><Relationship Type="http://schemas.openxmlformats.org/officeDocument/2006/relationships/notesSlide" Target="/ppt/notesSlides/notesSlide4.xml" Id="R352c54fe2e24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0c0df55714427" /><Relationship Type="http://schemas.openxmlformats.org/officeDocument/2006/relationships/notesSlide" Target="/ppt/notesSlides/notesSlide5.xml" Id="R1d00394dec124c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276769a554016" /><Relationship Type="http://schemas.openxmlformats.org/officeDocument/2006/relationships/notesSlide" Target="/ppt/notesSlides/notesSlide6.xml" Id="Ra9b827abad2043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f2b009e004726" /><Relationship Type="http://schemas.openxmlformats.org/officeDocument/2006/relationships/notesSlide" Target="/ppt/notesSlides/notesSlide7.xml" Id="Rfa23d30c7c754a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27fecc1294b48" /><Relationship Type="http://schemas.openxmlformats.org/officeDocument/2006/relationships/notesSlide" Target="/ppt/notesSlides/notesSlide8.xml" Id="R85278445815e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bc273fef9a452e" /><Relationship Type="http://schemas.openxmlformats.org/officeDocument/2006/relationships/notesSlide" Target="/ppt/notesSlides/notesSlide9.xml" Id="Rd7cf99ec476a46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bf199390249d9" /><Relationship Type="http://schemas.openxmlformats.org/officeDocument/2006/relationships/chart" Target="/ppt/slides/charts/chart1.xml" Id="Rf4c4731c891f40d4" /><Relationship Type="http://schemas.openxmlformats.org/officeDocument/2006/relationships/notesSlide" Target="/ppt/notesSlides/notesSlide10.xml" Id="Re6e005f5804a49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2b07db62b466c" /><Relationship Type="http://schemas.openxmlformats.org/officeDocument/2006/relationships/chart" Target="/ppt/slides/charts/chart2.xml" Id="Re4593f6abe8b4a47" /><Relationship Type="http://schemas.openxmlformats.org/officeDocument/2006/relationships/notesSlide" Target="/ppt/notesSlides/notesSlide11.xml" Id="R808f0c5dba154d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30a1534f1d49ac" /><Relationship Type="http://schemas.openxmlformats.org/officeDocument/2006/relationships/notesSlide" Target="/ppt/notesSlides/notesSlide12.xml" Id="R28e695db0c734d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c8ca6cba741ad" /><Relationship Type="http://schemas.openxmlformats.org/officeDocument/2006/relationships/notesSlide" Target="/ppt/notesSlides/notesSlide13.xml" Id="R5cc94212bb7e4b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9eb24a9934ae7" /><Relationship Type="http://schemas.openxmlformats.org/officeDocument/2006/relationships/notesSlide" Target="/ppt/notesSlides/notesSlide14.xml" Id="R3e4c54b9e2774871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RealSense Snap</a:t>
            </a:r>
          </a:p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实习生一个月学习成果展示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一个月内围绕 Qt Quick、Intel RealSense、OpenCV、ONNX Runtime 与 YOLO 模型，完成从设备采集、实时处理、AI 分割、背景替换到拍照保存的系统化学习与实践。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2026.08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公司实习月度汇报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F894FBD5-ACCB-4DD6-9FEB-60368FA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本次汇报沿着“目标、流程、技术、反思”展开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汇报导航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项目背景与目标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为什么做这个系统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整体架构与线程模型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前端、控制桥、Worker 如何协作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逐帧处理主流程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每帧图像怎样完成采集到显示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深度处理与 AI 分割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传统视觉和模型推理如何互补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交互、扩展与工程亮点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怎样把能力包装成应用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问题复盘与下一步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学习收获和后续优化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8480933A-0851-48F3-A8F2-828C46F3BF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我把学习结果落在一个可运行的实时深度拍照系统上：理解 Qt 事件驱动和线程通信，接入 RealSense RGB/Depth 数据流，完成 OpenCV 深度滤波、YOLO 人像分割、背景替换、深度伪彩叠加和照片保存。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363EC15-C22D-4240-91FE-0B500323663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完成度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核心闭环已经打通，系统能从设备输入连续产生可见预览，并响应摄像头刷新、设备选择、背景切换、透明度调节和拍照保存等交互。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关键结论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78416"/>
          </a:bodyPr>
          <a:lstStyle xmlns:a="http://schemas.openxmlformats.org/drawingml/2006/main"/>
          <a:p xmlns:a="http://schemas.openxmlformats.org/drawingml/2006/main">
            <a:r>
              <a:t>一个月学习成果不是单点算法 demo，而是把 UI、设备、图像处理、模型推理和工程异常处理串成了完整应用。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一个月成果总览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2FE7BE60-D509-4753-B59C-78BC58EF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Executive Summary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已形成系统认知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后续最需要强化的是相机状态机、模块边界和测试体系，降低设备异常与模型推理带来的不确定性。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下一步判断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围绕 RealSense 输入、视觉处理、AI 推理、图像合成、UI 交互和照片输出，说明我学到了什么、做通了什么、还在思考什么。</a:t>
            </a:r>
          </a:p>
        </p:txBody>
      </p:sp>
    </p:spTree>
    <p:extLst>
      <p:ext uri="{BB962C8B-B14F-4D97-AF65-F5344CB8AC3E}">
        <p14:creationId xmlns:p14="http://schemas.microsoft.com/office/powerpoint/2010/main" val="3426772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项目目标是把深度相机能力转化为可交互的拍照体验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168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RealSense 同时提供彩色图和深度图，项目目标是在桌面端建立采集、处理、预览和保存的闭环。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普通 RGB 摄像头难以稳定区分前景和背景；深度数据与 AI 分割结合后，可以提升复杂背景下的人像提取稳定性。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设备输入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6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枚举并选择 RealSense 设备，采集 color 和 depth 两路数据。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图像处理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6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对深度帧滤波、阈值、形态学处理，提取有效前景范围。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AI 补强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6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使用 YOLO segmentation 生成人像 mask，修正深度阈值不足。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用户输出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625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完成背景替换、深度叠加、实时预览和照片保存。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系统采用 Qt 前端、控制桥、后台 Worker 和视觉工具类分层协作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Main.qml 与 VideoItem 承载实时画面、设备选择、滑块、背景选择和拍照按钮。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这种分层让我理解到：可运行应用不仅要写算法，还要安排对象生命周期、线程边界、资源路径和错误反馈。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承载实时画面、设备选择、滑块、背景选择和拍照按钮。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UI 层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CameraController 转发 QML 请求，CameraWorker 负责设备、帧处理和状态通知。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调度层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FilterProcessing、yoloSeg、facialLandmark 与 ImageBackgroundProvider 分别封装视觉能力。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算法层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控制桥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转发 UI 请求并维护状态。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Worker 线程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后台启动 pipeline、处理帧并返回结果。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线程模型保证了界面响应和相机处理互不阻塞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QML 渲染、用户操作和 RealSense 帧循环被分开；处理完成后用 frameReady(QImage) 通知 VideoItem 更新。</a:t>
            </a:r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UI 线程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QML 渲染界面并接收交互。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Qt::QueuedConnection 让跨线程调用进入事件队列，是这页最关键的工程实践。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输入链路：QTimer 触发 processFrame；RealSense pipeline 获取 frameset；depth 对齐到 color；读取 depth frame 和 color frame；将 color frame 转成 OpenCV BGR。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每一帧都会经过采集、对齐、滤波、分割、合成和显示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处理链路：RealSense SDK 先做 disparity、spatial、temporal 等滤波；OpenCV 再做平滑、阈值和形态学；隔帧执行 YOLO 人像分割，生成背景 mask，清理背景深度。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核心程序流程：从设备帧到用户可见预览，关键是保证每一步输入输出类型、尺寸和线程边界清晰。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深度图处理的价值，是把原始距离数据变成稳定的前景判断依据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RealSense 原始深度存在噪声、空洞和边缘抖动。项目先用 SDK 滤波器稳定深度，再用 OpenCV 清理无效值、限定深度范围、闭运算和腐蚀，最终只保留可用于合成的前景深度。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YOLO 分割补强复杂背景下的前景判断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环节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输入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核心处理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输出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预处理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OpenCV BGR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letterbox、归一化、CHW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ONNX tensor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推理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seg ONNX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Session Run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检测与原型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筛选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预测结果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置信度、person、NMS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候选区域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合成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mask 系数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sigmoid、resize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person mask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约束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person mask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框内保留、形态学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稳定 mask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融合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mask + depth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取反清理背景深度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合成深度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策略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连续帧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隔帧推理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实时性更稳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模型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resources/models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yolo26n-seg.onnx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人像分割能力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框架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C++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ONNX Runtime / OpenCV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工程封装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RGB 图像推理出 person mask，再与深度图结合，清理背景深度。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关键学习点：模型调用要拆成预处理、推理、后处理，并处理尺寸还原、NMS 和 mask 合成。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背景替换和深度叠加把算法结果变成用户能理解的预览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Chart 3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c4731c891f40d4"/>
          </a:graphicData>
        </a:graphic>
      </p:graphicFrame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背景图按当前画面尺寸缓存，避免重复 resize。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缓存背景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foregroundMask 来自有效深度范围，背景区域用图片替换。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前景判断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distanceTransform 计算边缘距离，平滑 alpha 减少硬边。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边缘羽化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人脸关键点扩展让我看到模型能力如何继续叠加到系统中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Chart 3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593f6abe8b4a47"/>
          </a:graphicData>
        </a:graphic>
      </p:graphicFrame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5点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左眼、右眼、鼻尖、左嘴角、右嘴角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模型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yolov8n-face.onnx 由 OpenCV DNN 加载推理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facialLandmark 工具类封装人脸框、置信度和 5 个关键点；后处理包含 letterbox、DFL 解码、sigmoid 置信度、NMS 和坐标映射。这为后续人脸增强、美颜或姿态判断留下扩展入口。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熟悉环境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熟悉 Qt Quick、CMake、RealSense 依赖和项目目录，先把应用启动、设备枚举和界面显示链路跑通。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项目学习路径从“跑通设备”逐步走向“理解系统边界”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第 2-3 周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</a:rPr>
              <a:t>深入 CameraWorker 与 processFrame，理解 RGB/Depth 对齐、OpenCV Mat 转换、深度滤波、YOLO 分割和背景合成。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第 4 周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</a:rPr>
              <a:t>补充人脸关键点扩展、错误检查、资源路径和 demo 验证，开始从模块职责、实时性和稳定性角度复盘。</a:t>
            </a:r>
          </a:p>
        </p:txBody>
      </p:sp>
      <p:cxnSp>
        <p:nvCxnSpPr>
          <p:cNvPr id="30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第 1 周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第 2-3 周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第 4 周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当前项目可运行，但相机状态、模块边界和测试仍值得继续优化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已解决/已识别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相机稳定性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架构边界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用户反馈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测试验证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拆分 Worker 职责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完善 start/stop 状态机</a:t>
            </a:r>
            <a:endParaRPr sz="15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增加模型加载错误提示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显式指定 640x480 30fps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补充 demo 与单元测试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整理工程文档</a:t>
            </a:r>
            <a:endParaRPr sz="1500">
              <a:solidFill>
                <a:schemeClr val="bg2"/>
              </a:solidFill>
              <a:latin typeface="Roboto Medium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一个月的最大收获，是把“会调用库”推进到“能解释完整系统流程”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RealSense Snap 让我把 Qt Quick、C++ Worker、RealSense SDK、OpenCV 和 YOLO 模型放进同一条实时链路中理解。下一阶段会围绕稳定性、模块化和可测试性继续推进。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2026-08-31T10:07:29.2200000Z</dcterms:created>
  <dcterms:modified xsi:type="dcterms:W3CDTF">2026-08-31T10:07:29.2200000Z</dcterms:modified>
</coreProperties>
</file>